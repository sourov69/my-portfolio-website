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8" r:id="rId2"/>
    <p:sldId id="256" r:id="rId3"/>
    <p:sldId id="259" r:id="rId4"/>
    <p:sldId id="260" r:id="rId5"/>
    <p:sldId id="261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urovtalukder69@gmail.com" userId="cbc4c1c8925b0f38" providerId="LiveId" clId="{866442A1-97D0-4EFA-9AAC-56F7F34526AA}"/>
    <pc:docChg chg="undo custSel addSld delSld modSld sldOrd modMainMaster modNotesMaster">
      <pc:chgData name="sourovtalukder69@gmail.com" userId="cbc4c1c8925b0f38" providerId="LiveId" clId="{866442A1-97D0-4EFA-9AAC-56F7F34526AA}" dt="2025-11-18T13:37:10.146" v="1266" actId="207"/>
      <pc:docMkLst>
        <pc:docMk/>
      </pc:docMkLst>
      <pc:sldChg chg="addSp delSp modSp new mod ord setBg modNotes">
        <pc:chgData name="sourovtalukder69@gmail.com" userId="cbc4c1c8925b0f38" providerId="LiveId" clId="{866442A1-97D0-4EFA-9AAC-56F7F34526AA}" dt="2025-11-18T13:37:10.146" v="1266" actId="207"/>
        <pc:sldMkLst>
          <pc:docMk/>
          <pc:sldMk cId="3798572397" sldId="256"/>
        </pc:sldMkLst>
        <pc:spChg chg="del">
          <ac:chgData name="sourovtalukder69@gmail.com" userId="cbc4c1c8925b0f38" providerId="LiveId" clId="{866442A1-97D0-4EFA-9AAC-56F7F34526AA}" dt="2025-11-12T12:55:24.008" v="1" actId="478"/>
          <ac:spMkLst>
            <pc:docMk/>
            <pc:sldMk cId="3798572397" sldId="256"/>
            <ac:spMk id="2" creationId="{CFEACD43-AAF8-4F2F-AD35-9CB8CB902CC0}"/>
          </ac:spMkLst>
        </pc:spChg>
        <pc:spChg chg="del">
          <ac:chgData name="sourovtalukder69@gmail.com" userId="cbc4c1c8925b0f38" providerId="LiveId" clId="{866442A1-97D0-4EFA-9AAC-56F7F34526AA}" dt="2025-11-12T12:55:27.266" v="2" actId="478"/>
          <ac:spMkLst>
            <pc:docMk/>
            <pc:sldMk cId="3798572397" sldId="256"/>
            <ac:spMk id="3" creationId="{889CD04D-6E8D-4B33-966B-CB236D2B311C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798572397" sldId="256"/>
            <ac:spMk id="3" creationId="{C3708F4E-CE80-4B9A-8AA2-820FAA563440}"/>
          </ac:spMkLst>
        </pc:spChg>
        <pc:spChg chg="add del mod">
          <ac:chgData name="sourovtalukder69@gmail.com" userId="cbc4c1c8925b0f38" providerId="LiveId" clId="{866442A1-97D0-4EFA-9AAC-56F7F34526AA}" dt="2025-11-16T10:46:13.594" v="857" actId="478"/>
          <ac:spMkLst>
            <pc:docMk/>
            <pc:sldMk cId="3798572397" sldId="256"/>
            <ac:spMk id="4" creationId="{F90CFDF3-478B-474F-8B41-A5867C2BC549}"/>
          </ac:spMkLst>
        </pc:spChg>
        <pc:spChg chg="add del mod">
          <ac:chgData name="sourovtalukder69@gmail.com" userId="cbc4c1c8925b0f38" providerId="LiveId" clId="{866442A1-97D0-4EFA-9AAC-56F7F34526AA}" dt="2025-11-12T13:22:37.060" v="239" actId="478"/>
          <ac:spMkLst>
            <pc:docMk/>
            <pc:sldMk cId="3798572397" sldId="256"/>
            <ac:spMk id="7" creationId="{4319623D-BCBD-4084-B4E5-7842B7FD3AED}"/>
          </ac:spMkLst>
        </pc:spChg>
        <pc:spChg chg="add del mod">
          <ac:chgData name="sourovtalukder69@gmail.com" userId="cbc4c1c8925b0f38" providerId="LiveId" clId="{866442A1-97D0-4EFA-9AAC-56F7F34526AA}" dt="2025-11-16T10:46:15.981" v="858" actId="478"/>
          <ac:spMkLst>
            <pc:docMk/>
            <pc:sldMk cId="3798572397" sldId="256"/>
            <ac:spMk id="8" creationId="{6B52DC3E-EFB8-4F6F-A9B1-8B6240286C86}"/>
          </ac:spMkLst>
        </pc:spChg>
        <pc:spChg chg="add del mod">
          <ac:chgData name="sourovtalukder69@gmail.com" userId="cbc4c1c8925b0f38" providerId="LiveId" clId="{866442A1-97D0-4EFA-9AAC-56F7F34526AA}" dt="2025-11-12T13:09:47.853" v="85"/>
          <ac:spMkLst>
            <pc:docMk/>
            <pc:sldMk cId="3798572397" sldId="256"/>
            <ac:spMk id="9" creationId="{61CD0C07-1B6A-4C73-B63A-2C5019D9EED3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798572397" sldId="256"/>
            <ac:spMk id="9" creationId="{F7380DDD-973E-46D0-A95E-3BE6702069C9}"/>
          </ac:spMkLst>
        </pc:spChg>
        <pc:spChg chg="add del mod">
          <ac:chgData name="sourovtalukder69@gmail.com" userId="cbc4c1c8925b0f38" providerId="LiveId" clId="{866442A1-97D0-4EFA-9AAC-56F7F34526AA}" dt="2025-11-12T13:09:47.853" v="87"/>
          <ac:spMkLst>
            <pc:docMk/>
            <pc:sldMk cId="3798572397" sldId="256"/>
            <ac:spMk id="10" creationId="{241F0DA6-81F8-41AF-9D38-01F1D841387E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798572397" sldId="256"/>
            <ac:spMk id="11" creationId="{2A0E3186-0D08-440F-A77C-30F4B9EC9034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798572397" sldId="256"/>
            <ac:spMk id="12" creationId="{428B58AD-6B73-4A01-8E59-70D6AA3AEBF2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798572397" sldId="256"/>
            <ac:spMk id="13" creationId="{02BF6A6E-FF8C-43E4-91A9-BA782273A25A}"/>
          </ac:spMkLst>
        </pc:spChg>
        <pc:spChg chg="add del mod">
          <ac:chgData name="sourovtalukder69@gmail.com" userId="cbc4c1c8925b0f38" providerId="LiveId" clId="{866442A1-97D0-4EFA-9AAC-56F7F34526AA}" dt="2025-11-12T13:25:28.031" v="283"/>
          <ac:spMkLst>
            <pc:docMk/>
            <pc:sldMk cId="3798572397" sldId="256"/>
            <ac:spMk id="15" creationId="{4D4CA9D4-471C-43C7-A9B5-888773167486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798572397" sldId="256"/>
            <ac:spMk id="15" creationId="{7F95BDBC-C819-4404-B0A3-5C25701246B1}"/>
          </ac:spMkLst>
        </pc:spChg>
        <pc:spChg chg="add del mod">
          <ac:chgData name="sourovtalukder69@gmail.com" userId="cbc4c1c8925b0f38" providerId="LiveId" clId="{866442A1-97D0-4EFA-9AAC-56F7F34526AA}" dt="2025-11-16T10:46:22.525" v="861" actId="478"/>
          <ac:spMkLst>
            <pc:docMk/>
            <pc:sldMk cId="3798572397" sldId="256"/>
            <ac:spMk id="16" creationId="{886148B4-1223-494F-97FD-30DAABCBAE60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798572397" sldId="256"/>
            <ac:spMk id="17" creationId="{EE225A4A-67BD-4F79-84D7-A6A14B5EEEE2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798572397" sldId="256"/>
            <ac:spMk id="18" creationId="{FD2DFD5B-E0AD-4C65-BD45-1ED908A7BA07}"/>
          </ac:spMkLst>
        </pc:spChg>
        <pc:spChg chg="add mod ord">
          <ac:chgData name="sourovtalukder69@gmail.com" userId="cbc4c1c8925b0f38" providerId="LiveId" clId="{866442A1-97D0-4EFA-9AAC-56F7F34526AA}" dt="2025-11-18T13:36:57.724" v="1265" actId="207"/>
          <ac:spMkLst>
            <pc:docMk/>
            <pc:sldMk cId="3798572397" sldId="256"/>
            <ac:spMk id="19" creationId="{C9FFC704-D7AA-44AA-B963-1A3B79CE523D}"/>
          </ac:spMkLst>
        </pc:spChg>
        <pc:spChg chg="add mod">
          <ac:chgData name="sourovtalukder69@gmail.com" userId="cbc4c1c8925b0f38" providerId="LiveId" clId="{866442A1-97D0-4EFA-9AAC-56F7F34526AA}" dt="2025-11-18T13:37:10.146" v="1266" actId="207"/>
          <ac:spMkLst>
            <pc:docMk/>
            <pc:sldMk cId="3798572397" sldId="256"/>
            <ac:spMk id="21" creationId="{FADA3E3F-24E6-4865-9599-F0AC00463A37}"/>
          </ac:spMkLst>
        </pc:spChg>
        <pc:spChg chg="add mod">
          <ac:chgData name="sourovtalukder69@gmail.com" userId="cbc4c1c8925b0f38" providerId="LiveId" clId="{866442A1-97D0-4EFA-9AAC-56F7F34526AA}" dt="2025-11-18T10:59:32.415" v="1264" actId="1076"/>
          <ac:spMkLst>
            <pc:docMk/>
            <pc:sldMk cId="3798572397" sldId="256"/>
            <ac:spMk id="22" creationId="{6CD75328-BDE2-4487-A24B-7A71B759F9CA}"/>
          </ac:spMkLst>
        </pc:spChg>
        <pc:picChg chg="add del mod modCrop">
          <ac:chgData name="sourovtalukder69@gmail.com" userId="cbc4c1c8925b0f38" providerId="LiveId" clId="{866442A1-97D0-4EFA-9AAC-56F7F34526AA}" dt="2025-11-16T10:46:18.156" v="859" actId="478"/>
          <ac:picMkLst>
            <pc:docMk/>
            <pc:sldMk cId="3798572397" sldId="256"/>
            <ac:picMk id="6" creationId="{A44B1828-D239-4E76-812C-2C50304EB4B6}"/>
          </ac:picMkLst>
        </pc:picChg>
        <pc:picChg chg="add mod">
          <ac:chgData name="sourovtalukder69@gmail.com" userId="cbc4c1c8925b0f38" providerId="LiveId" clId="{866442A1-97D0-4EFA-9AAC-56F7F34526AA}" dt="2025-11-17T14:11:25.684" v="1123"/>
          <ac:picMkLst>
            <pc:docMk/>
            <pc:sldMk cId="3798572397" sldId="256"/>
            <ac:picMk id="20" creationId="{C5AFF610-9A9C-459E-868C-1ABFEDA6413B}"/>
          </ac:picMkLst>
        </pc:picChg>
        <pc:cxnChg chg="add mod">
          <ac:chgData name="sourovtalukder69@gmail.com" userId="cbc4c1c8925b0f38" providerId="LiveId" clId="{866442A1-97D0-4EFA-9AAC-56F7F34526AA}" dt="2025-11-17T14:11:25.684" v="1123"/>
          <ac:cxnSpMkLst>
            <pc:docMk/>
            <pc:sldMk cId="3798572397" sldId="256"/>
            <ac:cxnSpMk id="14" creationId="{3D55CEB3-A522-41A9-91BD-ADF144B33741}"/>
          </ac:cxnSpMkLst>
        </pc:cxnChg>
      </pc:sldChg>
      <pc:sldChg chg="addSp delSp modSp new mod">
        <pc:chgData name="sourovtalukder69@gmail.com" userId="cbc4c1c8925b0f38" providerId="LiveId" clId="{866442A1-97D0-4EFA-9AAC-56F7F34526AA}" dt="2025-11-17T15:35:39.845" v="1213" actId="478"/>
        <pc:sldMkLst>
          <pc:docMk/>
          <pc:sldMk cId="242927789" sldId="257"/>
        </pc:sldMkLst>
        <pc:spChg chg="del">
          <ac:chgData name="sourovtalukder69@gmail.com" userId="cbc4c1c8925b0f38" providerId="LiveId" clId="{866442A1-97D0-4EFA-9AAC-56F7F34526AA}" dt="2025-11-14T11:48:38.327" v="288" actId="478"/>
          <ac:spMkLst>
            <pc:docMk/>
            <pc:sldMk cId="242927789" sldId="257"/>
            <ac:spMk id="2" creationId="{FC3E3E26-B4B5-4460-96EF-D523BA4066FD}"/>
          </ac:spMkLst>
        </pc:spChg>
        <pc:spChg chg="del">
          <ac:chgData name="sourovtalukder69@gmail.com" userId="cbc4c1c8925b0f38" providerId="LiveId" clId="{866442A1-97D0-4EFA-9AAC-56F7F34526AA}" dt="2025-11-14T11:48:41.067" v="289" actId="478"/>
          <ac:spMkLst>
            <pc:docMk/>
            <pc:sldMk cId="242927789" sldId="257"/>
            <ac:spMk id="3" creationId="{2F199AD2-B840-41EC-AAD2-D0E4E043696E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242927789" sldId="257"/>
            <ac:spMk id="5" creationId="{8F0E4E01-AEE9-4FB1-ACA5-E62EA177610E}"/>
          </ac:spMkLst>
        </pc:spChg>
        <pc:picChg chg="add del mod modCrop">
          <ac:chgData name="sourovtalukder69@gmail.com" userId="cbc4c1c8925b0f38" providerId="LiveId" clId="{866442A1-97D0-4EFA-9AAC-56F7F34526AA}" dt="2025-11-17T15:35:39.845" v="1213" actId="478"/>
          <ac:picMkLst>
            <pc:docMk/>
            <pc:sldMk cId="242927789" sldId="257"/>
            <ac:picMk id="3" creationId="{0426489F-DBAA-4FA3-BCC6-2D3708D9F0FC}"/>
          </ac:picMkLst>
        </pc:picChg>
        <pc:picChg chg="add">
          <ac:chgData name="sourovtalukder69@gmail.com" userId="cbc4c1c8925b0f38" providerId="LiveId" clId="{866442A1-97D0-4EFA-9AAC-56F7F34526AA}" dt="2025-11-17T14:36:04.048" v="1199"/>
          <ac:picMkLst>
            <pc:docMk/>
            <pc:sldMk cId="242927789" sldId="257"/>
            <ac:picMk id="1026" creationId="{75608183-B3AC-40B0-9484-6B971BAAFBC4}"/>
          </ac:picMkLst>
        </pc:picChg>
      </pc:sldChg>
      <pc:sldChg chg="modSp add mod">
        <pc:chgData name="sourovtalukder69@gmail.com" userId="cbc4c1c8925b0f38" providerId="LiveId" clId="{866442A1-97D0-4EFA-9AAC-56F7F34526AA}" dt="2025-11-17T14:11:25.684" v="1123"/>
        <pc:sldMkLst>
          <pc:docMk/>
          <pc:sldMk cId="1563125235" sldId="258"/>
        </pc:sldMkLst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1563125235" sldId="258"/>
            <ac:spMk id="4" creationId="{F90CFDF3-478B-474F-8B41-A5867C2BC549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1563125235" sldId="258"/>
            <ac:spMk id="8" creationId="{6B52DC3E-EFB8-4F6F-A9B1-8B6240286C86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1563125235" sldId="258"/>
            <ac:spMk id="11" creationId="{2A0E3186-0D08-440F-A77C-30F4B9EC9034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1563125235" sldId="258"/>
            <ac:spMk id="12" creationId="{428B58AD-6B73-4A01-8E59-70D6AA3AEBF2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1563125235" sldId="258"/>
            <ac:spMk id="16" creationId="{886148B4-1223-494F-97FD-30DAABCBAE60}"/>
          </ac:spMkLst>
        </pc:spChg>
        <pc:picChg chg="mod">
          <ac:chgData name="sourovtalukder69@gmail.com" userId="cbc4c1c8925b0f38" providerId="LiveId" clId="{866442A1-97D0-4EFA-9AAC-56F7F34526AA}" dt="2025-11-17T14:11:25.684" v="1123"/>
          <ac:picMkLst>
            <pc:docMk/>
            <pc:sldMk cId="1563125235" sldId="258"/>
            <ac:picMk id="6" creationId="{A44B1828-D239-4E76-812C-2C50304EB4B6}"/>
          </ac:picMkLst>
        </pc:picChg>
        <pc:cxnChg chg="mod">
          <ac:chgData name="sourovtalukder69@gmail.com" userId="cbc4c1c8925b0f38" providerId="LiveId" clId="{866442A1-97D0-4EFA-9AAC-56F7F34526AA}" dt="2025-11-17T14:11:25.684" v="1123"/>
          <ac:cxnSpMkLst>
            <pc:docMk/>
            <pc:sldMk cId="1563125235" sldId="258"/>
            <ac:cxnSpMk id="14" creationId="{3D55CEB3-A522-41A9-91BD-ADF144B33741}"/>
          </ac:cxnSpMkLst>
        </pc:cxnChg>
      </pc:sldChg>
      <pc:sldChg chg="addSp modSp add mod modNotes">
        <pc:chgData name="sourovtalukder69@gmail.com" userId="cbc4c1c8925b0f38" providerId="LiveId" clId="{866442A1-97D0-4EFA-9AAC-56F7F34526AA}" dt="2025-11-17T14:11:25.684" v="1123"/>
        <pc:sldMkLst>
          <pc:docMk/>
          <pc:sldMk cId="3383594600" sldId="259"/>
        </pc:sldMkLst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2" creationId="{E9A5C1B0-9443-4E3E-BC18-A9B5F7BE7ED8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3" creationId="{C3708F4E-CE80-4B9A-8AA2-820FAA563440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4" creationId="{F37D2F9F-32C2-4007-9386-FF912BAC6DD1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9" creationId="{F7380DDD-973E-46D0-A95E-3BE6702069C9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11" creationId="{2A0E3186-0D08-440F-A77C-30F4B9EC9034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12" creationId="{428B58AD-6B73-4A01-8E59-70D6AA3AEBF2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13" creationId="{02BF6A6E-FF8C-43E4-91A9-BA782273A25A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15" creationId="{7F95BDBC-C819-4404-B0A3-5C25701246B1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16" creationId="{F8E02639-D3F0-455E-B31E-69CC5EFF098E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17" creationId="{EE225A4A-67BD-4F79-84D7-A6A14B5EEEE2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18" creationId="{FD2DFD5B-E0AD-4C65-BD45-1ED908A7BA07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19" creationId="{C9FFC704-D7AA-44AA-B963-1A3B79CE523D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21" creationId="{FADA3E3F-24E6-4865-9599-F0AC00463A37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22" creationId="{6CD75328-BDE2-4487-A24B-7A71B759F9CA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23" creationId="{211FC2C2-7603-4D93-B8CB-1C5AE3D3BAAC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24" creationId="{0FEC75C1-A38E-43F2-B49E-BCCC98B7E5E2}"/>
          </ac:spMkLst>
        </pc:spChg>
        <pc:spChg chg="add mod">
          <ac:chgData name="sourovtalukder69@gmail.com" userId="cbc4c1c8925b0f38" providerId="LiveId" clId="{866442A1-97D0-4EFA-9AAC-56F7F34526AA}" dt="2025-11-17T14:11:25.684" v="1123"/>
          <ac:spMkLst>
            <pc:docMk/>
            <pc:sldMk cId="3383594600" sldId="259"/>
            <ac:spMk id="25" creationId="{CC98E4B8-21AD-454F-9CC3-10CB34CFD04D}"/>
          </ac:spMkLst>
        </pc:spChg>
        <pc:picChg chg="mod">
          <ac:chgData name="sourovtalukder69@gmail.com" userId="cbc4c1c8925b0f38" providerId="LiveId" clId="{866442A1-97D0-4EFA-9AAC-56F7F34526AA}" dt="2025-11-17T14:11:25.684" v="1123"/>
          <ac:picMkLst>
            <pc:docMk/>
            <pc:sldMk cId="3383594600" sldId="259"/>
            <ac:picMk id="20" creationId="{C5AFF610-9A9C-459E-868C-1ABFEDA6413B}"/>
          </ac:picMkLst>
        </pc:picChg>
        <pc:cxnChg chg="mod">
          <ac:chgData name="sourovtalukder69@gmail.com" userId="cbc4c1c8925b0f38" providerId="LiveId" clId="{866442A1-97D0-4EFA-9AAC-56F7F34526AA}" dt="2025-11-17T14:11:25.684" v="1123"/>
          <ac:cxnSpMkLst>
            <pc:docMk/>
            <pc:sldMk cId="3383594600" sldId="259"/>
            <ac:cxnSpMk id="14" creationId="{3D55CEB3-A522-41A9-91BD-ADF144B33741}"/>
          </ac:cxnSpMkLst>
        </pc:cxnChg>
      </pc:sldChg>
      <pc:sldChg chg="addSp delSp modSp add mod modNotes">
        <pc:chgData name="sourovtalukder69@gmail.com" userId="cbc4c1c8925b0f38" providerId="LiveId" clId="{866442A1-97D0-4EFA-9AAC-56F7F34526AA}" dt="2025-11-17T14:16:12.219" v="1198" actId="20577"/>
        <pc:sldMkLst>
          <pc:docMk/>
          <pc:sldMk cId="4142914728" sldId="260"/>
        </pc:sldMkLst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4142914728" sldId="260"/>
            <ac:spMk id="2" creationId="{E9A5C1B0-9443-4E3E-BC18-A9B5F7BE7ED8}"/>
          </ac:spMkLst>
        </pc:spChg>
        <pc:spChg chg="del">
          <ac:chgData name="sourovtalukder69@gmail.com" userId="cbc4c1c8925b0f38" providerId="LiveId" clId="{866442A1-97D0-4EFA-9AAC-56F7F34526AA}" dt="2025-11-17T14:04:50.613" v="1103" actId="478"/>
          <ac:spMkLst>
            <pc:docMk/>
            <pc:sldMk cId="4142914728" sldId="260"/>
            <ac:spMk id="3" creationId="{C3708F4E-CE80-4B9A-8AA2-820FAA563440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4142914728" sldId="260"/>
            <ac:spMk id="4" creationId="{F37D2F9F-32C2-4007-9386-FF912BAC6DD1}"/>
          </ac:spMkLst>
        </pc:spChg>
        <pc:spChg chg="add del mod">
          <ac:chgData name="sourovtalukder69@gmail.com" userId="cbc4c1c8925b0f38" providerId="LiveId" clId="{866442A1-97D0-4EFA-9AAC-56F7F34526AA}" dt="2025-11-17T14:11:26.098" v="1124" actId="11529"/>
          <ac:spMkLst>
            <pc:docMk/>
            <pc:sldMk cId="4142914728" sldId="260"/>
            <ac:spMk id="5" creationId="{326F3D49-433F-4281-90C6-44281D55CFCC}"/>
          </ac:spMkLst>
        </pc:spChg>
        <pc:spChg chg="add mod">
          <ac:chgData name="sourovtalukder69@gmail.com" userId="cbc4c1c8925b0f38" providerId="LiveId" clId="{866442A1-97D0-4EFA-9AAC-56F7F34526AA}" dt="2025-11-17T14:12:36.340" v="1128" actId="14100"/>
          <ac:spMkLst>
            <pc:docMk/>
            <pc:sldMk cId="4142914728" sldId="260"/>
            <ac:spMk id="6" creationId="{28F99EEF-6A16-48CF-904D-B859D99479CA}"/>
          </ac:spMkLst>
        </pc:spChg>
        <pc:spChg chg="add mod">
          <ac:chgData name="sourovtalukder69@gmail.com" userId="cbc4c1c8925b0f38" providerId="LiveId" clId="{866442A1-97D0-4EFA-9AAC-56F7F34526AA}" dt="2025-11-17T14:13:48.392" v="1140" actId="1076"/>
          <ac:spMkLst>
            <pc:docMk/>
            <pc:sldMk cId="4142914728" sldId="260"/>
            <ac:spMk id="7" creationId="{14326564-E564-4F4A-9C43-7D8DD48F5C9E}"/>
          </ac:spMkLst>
        </pc:spChg>
        <pc:spChg chg="add mod">
          <ac:chgData name="sourovtalukder69@gmail.com" userId="cbc4c1c8925b0f38" providerId="LiveId" clId="{866442A1-97D0-4EFA-9AAC-56F7F34526AA}" dt="2025-11-17T14:15:37.202" v="1182" actId="20577"/>
          <ac:spMkLst>
            <pc:docMk/>
            <pc:sldMk cId="4142914728" sldId="260"/>
            <ac:spMk id="8" creationId="{81FB074F-5A11-4971-BEB2-7A6BDA026471}"/>
          </ac:spMkLst>
        </pc:spChg>
        <pc:spChg chg="del">
          <ac:chgData name="sourovtalukder69@gmail.com" userId="cbc4c1c8925b0f38" providerId="LiveId" clId="{866442A1-97D0-4EFA-9AAC-56F7F34526AA}" dt="2025-11-17T14:04:50.613" v="1103" actId="478"/>
          <ac:spMkLst>
            <pc:docMk/>
            <pc:sldMk cId="4142914728" sldId="260"/>
            <ac:spMk id="9" creationId="{F7380DDD-973E-46D0-A95E-3BE6702069C9}"/>
          </ac:spMkLst>
        </pc:spChg>
        <pc:spChg chg="del">
          <ac:chgData name="sourovtalukder69@gmail.com" userId="cbc4c1c8925b0f38" providerId="LiveId" clId="{866442A1-97D0-4EFA-9AAC-56F7F34526AA}" dt="2025-11-17T14:04:50.613" v="1103" actId="478"/>
          <ac:spMkLst>
            <pc:docMk/>
            <pc:sldMk cId="4142914728" sldId="260"/>
            <ac:spMk id="11" creationId="{2A0E3186-0D08-440F-A77C-30F4B9EC9034}"/>
          </ac:spMkLst>
        </pc:spChg>
        <pc:spChg chg="del">
          <ac:chgData name="sourovtalukder69@gmail.com" userId="cbc4c1c8925b0f38" providerId="LiveId" clId="{866442A1-97D0-4EFA-9AAC-56F7F34526AA}" dt="2025-11-17T14:04:50.613" v="1103" actId="478"/>
          <ac:spMkLst>
            <pc:docMk/>
            <pc:sldMk cId="4142914728" sldId="260"/>
            <ac:spMk id="12" creationId="{428B58AD-6B73-4A01-8E59-70D6AA3AEBF2}"/>
          </ac:spMkLst>
        </pc:spChg>
        <pc:spChg chg="del">
          <ac:chgData name="sourovtalukder69@gmail.com" userId="cbc4c1c8925b0f38" providerId="LiveId" clId="{866442A1-97D0-4EFA-9AAC-56F7F34526AA}" dt="2025-11-17T14:04:50.613" v="1103" actId="478"/>
          <ac:spMkLst>
            <pc:docMk/>
            <pc:sldMk cId="4142914728" sldId="260"/>
            <ac:spMk id="13" creationId="{02BF6A6E-FF8C-43E4-91A9-BA782273A25A}"/>
          </ac:spMkLst>
        </pc:spChg>
        <pc:spChg chg="del">
          <ac:chgData name="sourovtalukder69@gmail.com" userId="cbc4c1c8925b0f38" providerId="LiveId" clId="{866442A1-97D0-4EFA-9AAC-56F7F34526AA}" dt="2025-11-17T14:04:50.613" v="1103" actId="478"/>
          <ac:spMkLst>
            <pc:docMk/>
            <pc:sldMk cId="4142914728" sldId="260"/>
            <ac:spMk id="15" creationId="{7F95BDBC-C819-4404-B0A3-5C25701246B1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4142914728" sldId="260"/>
            <ac:spMk id="16" creationId="{F8E02639-D3F0-455E-B31E-69CC5EFF098E}"/>
          </ac:spMkLst>
        </pc:spChg>
        <pc:spChg chg="del">
          <ac:chgData name="sourovtalukder69@gmail.com" userId="cbc4c1c8925b0f38" providerId="LiveId" clId="{866442A1-97D0-4EFA-9AAC-56F7F34526AA}" dt="2025-11-17T14:04:50.613" v="1103" actId="478"/>
          <ac:spMkLst>
            <pc:docMk/>
            <pc:sldMk cId="4142914728" sldId="260"/>
            <ac:spMk id="17" creationId="{EE225A4A-67BD-4F79-84D7-A6A14B5EEEE2}"/>
          </ac:spMkLst>
        </pc:spChg>
        <pc:spChg chg="del">
          <ac:chgData name="sourovtalukder69@gmail.com" userId="cbc4c1c8925b0f38" providerId="LiveId" clId="{866442A1-97D0-4EFA-9AAC-56F7F34526AA}" dt="2025-11-17T14:04:50.613" v="1103" actId="478"/>
          <ac:spMkLst>
            <pc:docMk/>
            <pc:sldMk cId="4142914728" sldId="260"/>
            <ac:spMk id="18" creationId="{FD2DFD5B-E0AD-4C65-BD45-1ED908A7BA07}"/>
          </ac:spMkLst>
        </pc:spChg>
        <pc:spChg chg="del">
          <ac:chgData name="sourovtalukder69@gmail.com" userId="cbc4c1c8925b0f38" providerId="LiveId" clId="{866442A1-97D0-4EFA-9AAC-56F7F34526AA}" dt="2025-11-17T14:04:53.009" v="1105" actId="478"/>
          <ac:spMkLst>
            <pc:docMk/>
            <pc:sldMk cId="4142914728" sldId="260"/>
            <ac:spMk id="19" creationId="{C9FFC704-D7AA-44AA-B963-1A3B79CE523D}"/>
          </ac:spMkLst>
        </pc:spChg>
        <pc:spChg chg="del">
          <ac:chgData name="sourovtalukder69@gmail.com" userId="cbc4c1c8925b0f38" providerId="LiveId" clId="{866442A1-97D0-4EFA-9AAC-56F7F34526AA}" dt="2025-11-17T14:04:52.297" v="1104" actId="478"/>
          <ac:spMkLst>
            <pc:docMk/>
            <pc:sldMk cId="4142914728" sldId="260"/>
            <ac:spMk id="21" creationId="{FADA3E3F-24E6-4865-9599-F0AC00463A37}"/>
          </ac:spMkLst>
        </pc:spChg>
        <pc:spChg chg="del mod">
          <ac:chgData name="sourovtalukder69@gmail.com" userId="cbc4c1c8925b0f38" providerId="LiveId" clId="{866442A1-97D0-4EFA-9AAC-56F7F34526AA}" dt="2025-11-17T14:05:20.645" v="1108" actId="478"/>
          <ac:spMkLst>
            <pc:docMk/>
            <pc:sldMk cId="4142914728" sldId="260"/>
            <ac:spMk id="22" creationId="{6CD75328-BDE2-4487-A24B-7A71B759F9CA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k cId="4142914728" sldId="260"/>
            <ac:spMk id="23" creationId="{211FC2C2-7603-4D93-B8CB-1C5AE3D3BAAC}"/>
          </ac:spMkLst>
        </pc:spChg>
        <pc:spChg chg="mod">
          <ac:chgData name="sourovtalukder69@gmail.com" userId="cbc4c1c8925b0f38" providerId="LiveId" clId="{866442A1-97D0-4EFA-9AAC-56F7F34526AA}" dt="2025-11-17T14:14:29.347" v="1143" actId="1076"/>
          <ac:spMkLst>
            <pc:docMk/>
            <pc:sldMk cId="4142914728" sldId="260"/>
            <ac:spMk id="24" creationId="{0FEC75C1-A38E-43F2-B49E-BCCC98B7E5E2}"/>
          </ac:spMkLst>
        </pc:spChg>
        <pc:spChg chg="mod">
          <ac:chgData name="sourovtalukder69@gmail.com" userId="cbc4c1c8925b0f38" providerId="LiveId" clId="{866442A1-97D0-4EFA-9AAC-56F7F34526AA}" dt="2025-11-17T14:14:31.923" v="1144" actId="1076"/>
          <ac:spMkLst>
            <pc:docMk/>
            <pc:sldMk cId="4142914728" sldId="260"/>
            <ac:spMk id="25" creationId="{CC98E4B8-21AD-454F-9CC3-10CB34CFD04D}"/>
          </ac:spMkLst>
        </pc:spChg>
        <pc:spChg chg="add mod">
          <ac:chgData name="sourovtalukder69@gmail.com" userId="cbc4c1c8925b0f38" providerId="LiveId" clId="{866442A1-97D0-4EFA-9AAC-56F7F34526AA}" dt="2025-11-17T14:12:41.949" v="1130" actId="1076"/>
          <ac:spMkLst>
            <pc:docMk/>
            <pc:sldMk cId="4142914728" sldId="260"/>
            <ac:spMk id="26" creationId="{C53E798D-ACFB-462C-9A7A-4B420B89CA8F}"/>
          </ac:spMkLst>
        </pc:spChg>
        <pc:spChg chg="add mod">
          <ac:chgData name="sourovtalukder69@gmail.com" userId="cbc4c1c8925b0f38" providerId="LiveId" clId="{866442A1-97D0-4EFA-9AAC-56F7F34526AA}" dt="2025-11-17T14:16:12.219" v="1198" actId="20577"/>
          <ac:spMkLst>
            <pc:docMk/>
            <pc:sldMk cId="4142914728" sldId="260"/>
            <ac:spMk id="27" creationId="{6D957B00-A015-4A07-8066-DF581A0EC2B5}"/>
          </ac:spMkLst>
        </pc:spChg>
        <pc:picChg chg="del">
          <ac:chgData name="sourovtalukder69@gmail.com" userId="cbc4c1c8925b0f38" providerId="LiveId" clId="{866442A1-97D0-4EFA-9AAC-56F7F34526AA}" dt="2025-11-17T14:04:50.613" v="1103" actId="478"/>
          <ac:picMkLst>
            <pc:docMk/>
            <pc:sldMk cId="4142914728" sldId="260"/>
            <ac:picMk id="20" creationId="{C5AFF610-9A9C-459E-868C-1ABFEDA6413B}"/>
          </ac:picMkLst>
        </pc:picChg>
        <pc:cxnChg chg="del">
          <ac:chgData name="sourovtalukder69@gmail.com" userId="cbc4c1c8925b0f38" providerId="LiveId" clId="{866442A1-97D0-4EFA-9AAC-56F7F34526AA}" dt="2025-11-17T14:04:50.613" v="1103" actId="478"/>
          <ac:cxnSpMkLst>
            <pc:docMk/>
            <pc:sldMk cId="4142914728" sldId="260"/>
            <ac:cxnSpMk id="14" creationId="{3D55CEB3-A522-41A9-91BD-ADF144B33741}"/>
          </ac:cxnSpMkLst>
        </pc:cxnChg>
      </pc:sldChg>
      <pc:sldChg chg="addSp delSp modSp add del mod">
        <pc:chgData name="sourovtalukder69@gmail.com" userId="cbc4c1c8925b0f38" providerId="LiveId" clId="{866442A1-97D0-4EFA-9AAC-56F7F34526AA}" dt="2025-11-18T10:49:49.296" v="1263" actId="1076"/>
        <pc:sldMkLst>
          <pc:docMk/>
          <pc:sldMk cId="2183014758" sldId="261"/>
        </pc:sldMkLst>
        <pc:spChg chg="del">
          <ac:chgData name="sourovtalukder69@gmail.com" userId="cbc4c1c8925b0f38" providerId="LiveId" clId="{866442A1-97D0-4EFA-9AAC-56F7F34526AA}" dt="2025-11-18T10:49:02.921" v="1217" actId="478"/>
          <ac:spMkLst>
            <pc:docMk/>
            <pc:sldMk cId="2183014758" sldId="261"/>
            <ac:spMk id="2" creationId="{E9A5C1B0-9443-4E3E-BC18-A9B5F7BE7ED8}"/>
          </ac:spMkLst>
        </pc:spChg>
        <pc:spChg chg="del">
          <ac:chgData name="sourovtalukder69@gmail.com" userId="cbc4c1c8925b0f38" providerId="LiveId" clId="{866442A1-97D0-4EFA-9AAC-56F7F34526AA}" dt="2025-11-18T10:49:02.921" v="1217" actId="478"/>
          <ac:spMkLst>
            <pc:docMk/>
            <pc:sldMk cId="2183014758" sldId="261"/>
            <ac:spMk id="4" creationId="{F37D2F9F-32C2-4007-9386-FF912BAC6DD1}"/>
          </ac:spMkLst>
        </pc:spChg>
        <pc:spChg chg="del">
          <ac:chgData name="sourovtalukder69@gmail.com" userId="cbc4c1c8925b0f38" providerId="LiveId" clId="{866442A1-97D0-4EFA-9AAC-56F7F34526AA}" dt="2025-11-18T10:49:00.526" v="1216" actId="478"/>
          <ac:spMkLst>
            <pc:docMk/>
            <pc:sldMk cId="2183014758" sldId="261"/>
            <ac:spMk id="6" creationId="{28F99EEF-6A16-48CF-904D-B859D99479CA}"/>
          </ac:spMkLst>
        </pc:spChg>
        <pc:spChg chg="del">
          <ac:chgData name="sourovtalukder69@gmail.com" userId="cbc4c1c8925b0f38" providerId="LiveId" clId="{866442A1-97D0-4EFA-9AAC-56F7F34526AA}" dt="2025-11-18T10:49:02.921" v="1217" actId="478"/>
          <ac:spMkLst>
            <pc:docMk/>
            <pc:sldMk cId="2183014758" sldId="261"/>
            <ac:spMk id="7" creationId="{14326564-E564-4F4A-9C43-7D8DD48F5C9E}"/>
          </ac:spMkLst>
        </pc:spChg>
        <pc:spChg chg="del">
          <ac:chgData name="sourovtalukder69@gmail.com" userId="cbc4c1c8925b0f38" providerId="LiveId" clId="{866442A1-97D0-4EFA-9AAC-56F7F34526AA}" dt="2025-11-18T10:49:02.921" v="1217" actId="478"/>
          <ac:spMkLst>
            <pc:docMk/>
            <pc:sldMk cId="2183014758" sldId="261"/>
            <ac:spMk id="8" creationId="{81FB074F-5A11-4971-BEB2-7A6BDA026471}"/>
          </ac:spMkLst>
        </pc:spChg>
        <pc:spChg chg="add mod">
          <ac:chgData name="sourovtalukder69@gmail.com" userId="cbc4c1c8925b0f38" providerId="LiveId" clId="{866442A1-97D0-4EFA-9AAC-56F7F34526AA}" dt="2025-11-18T10:49:49.296" v="1263" actId="1076"/>
          <ac:spMkLst>
            <pc:docMk/>
            <pc:sldMk cId="2183014758" sldId="261"/>
            <ac:spMk id="13" creationId="{99EFF667-58DC-46A8-85E2-75EDC32EAC93}"/>
          </ac:spMkLst>
        </pc:spChg>
        <pc:spChg chg="del">
          <ac:chgData name="sourovtalukder69@gmail.com" userId="cbc4c1c8925b0f38" providerId="LiveId" clId="{866442A1-97D0-4EFA-9AAC-56F7F34526AA}" dt="2025-11-18T10:49:02.921" v="1217" actId="478"/>
          <ac:spMkLst>
            <pc:docMk/>
            <pc:sldMk cId="2183014758" sldId="261"/>
            <ac:spMk id="16" creationId="{F8E02639-D3F0-455E-B31E-69CC5EFF098E}"/>
          </ac:spMkLst>
        </pc:spChg>
        <pc:spChg chg="del">
          <ac:chgData name="sourovtalukder69@gmail.com" userId="cbc4c1c8925b0f38" providerId="LiveId" clId="{866442A1-97D0-4EFA-9AAC-56F7F34526AA}" dt="2025-11-18T10:49:02.921" v="1217" actId="478"/>
          <ac:spMkLst>
            <pc:docMk/>
            <pc:sldMk cId="2183014758" sldId="261"/>
            <ac:spMk id="23" creationId="{211FC2C2-7603-4D93-B8CB-1C5AE3D3BAAC}"/>
          </ac:spMkLst>
        </pc:spChg>
        <pc:spChg chg="del">
          <ac:chgData name="sourovtalukder69@gmail.com" userId="cbc4c1c8925b0f38" providerId="LiveId" clId="{866442A1-97D0-4EFA-9AAC-56F7F34526AA}" dt="2025-11-18T10:49:02.921" v="1217" actId="478"/>
          <ac:spMkLst>
            <pc:docMk/>
            <pc:sldMk cId="2183014758" sldId="261"/>
            <ac:spMk id="24" creationId="{0FEC75C1-A38E-43F2-B49E-BCCC98B7E5E2}"/>
          </ac:spMkLst>
        </pc:spChg>
        <pc:spChg chg="del">
          <ac:chgData name="sourovtalukder69@gmail.com" userId="cbc4c1c8925b0f38" providerId="LiveId" clId="{866442A1-97D0-4EFA-9AAC-56F7F34526AA}" dt="2025-11-18T10:49:02.921" v="1217" actId="478"/>
          <ac:spMkLst>
            <pc:docMk/>
            <pc:sldMk cId="2183014758" sldId="261"/>
            <ac:spMk id="25" creationId="{CC98E4B8-21AD-454F-9CC3-10CB34CFD04D}"/>
          </ac:spMkLst>
        </pc:spChg>
        <pc:spChg chg="del">
          <ac:chgData name="sourovtalukder69@gmail.com" userId="cbc4c1c8925b0f38" providerId="LiveId" clId="{866442A1-97D0-4EFA-9AAC-56F7F34526AA}" dt="2025-11-18T10:49:02.921" v="1217" actId="478"/>
          <ac:spMkLst>
            <pc:docMk/>
            <pc:sldMk cId="2183014758" sldId="261"/>
            <ac:spMk id="26" creationId="{C53E798D-ACFB-462C-9A7A-4B420B89CA8F}"/>
          </ac:spMkLst>
        </pc:spChg>
        <pc:spChg chg="del">
          <ac:chgData name="sourovtalukder69@gmail.com" userId="cbc4c1c8925b0f38" providerId="LiveId" clId="{866442A1-97D0-4EFA-9AAC-56F7F34526AA}" dt="2025-11-18T10:49:02.921" v="1217" actId="478"/>
          <ac:spMkLst>
            <pc:docMk/>
            <pc:sldMk cId="2183014758" sldId="261"/>
            <ac:spMk id="27" creationId="{6D957B00-A015-4A07-8066-DF581A0EC2B5}"/>
          </ac:spMkLst>
        </pc:spChg>
      </pc:sldChg>
      <pc:sldMasterChg chg="modSp modSldLayout">
        <pc:chgData name="sourovtalukder69@gmail.com" userId="cbc4c1c8925b0f38" providerId="LiveId" clId="{866442A1-97D0-4EFA-9AAC-56F7F34526AA}" dt="2025-11-17T14:11:25.684" v="1123"/>
        <pc:sldMasterMkLst>
          <pc:docMk/>
          <pc:sldMasterMk cId="3059534897" sldId="2147483648"/>
        </pc:sldMasterMkLst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asterMk cId="3059534897" sldId="2147483648"/>
            <ac:spMk id="2" creationId="{036949F0-FAE6-43E6-B9DF-4EC937073712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asterMk cId="3059534897" sldId="2147483648"/>
            <ac:spMk id="3" creationId="{80E9C3AA-EB6A-4FCE-848A-40A07A618228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asterMk cId="3059534897" sldId="2147483648"/>
            <ac:spMk id="4" creationId="{626F6D01-DF62-4280-B3D0-732AA1D867BF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asterMk cId="3059534897" sldId="2147483648"/>
            <ac:spMk id="5" creationId="{0065AD0F-B056-4F61-AEAD-06B2D62A37C7}"/>
          </ac:spMkLst>
        </pc:spChg>
        <pc:spChg chg="mod">
          <ac:chgData name="sourovtalukder69@gmail.com" userId="cbc4c1c8925b0f38" providerId="LiveId" clId="{866442A1-97D0-4EFA-9AAC-56F7F34526AA}" dt="2025-11-17T14:11:25.684" v="1123"/>
          <ac:spMkLst>
            <pc:docMk/>
            <pc:sldMasterMk cId="3059534897" sldId="2147483648"/>
            <ac:spMk id="6" creationId="{BF52E5E8-F22D-46AC-B529-B9FFBBEC7DCF}"/>
          </ac:spMkLst>
        </pc:spChg>
        <pc:sldLayoutChg chg="modSp">
          <pc:chgData name="sourovtalukder69@gmail.com" userId="cbc4c1c8925b0f38" providerId="LiveId" clId="{866442A1-97D0-4EFA-9AAC-56F7F34526AA}" dt="2025-11-17T14:11:25.684" v="1123"/>
          <pc:sldLayoutMkLst>
            <pc:docMk/>
            <pc:sldMasterMk cId="3059534897" sldId="2147483648"/>
            <pc:sldLayoutMk cId="1833166951" sldId="2147483649"/>
          </pc:sldLayoutMkLst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1833166951" sldId="2147483649"/>
              <ac:spMk id="2" creationId="{C9EB4258-EF7B-44F4-A87B-B8B94F14353F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1833166951" sldId="2147483649"/>
              <ac:spMk id="3" creationId="{581E07C9-C663-40EC-AF4D-91638DB508A3}"/>
            </ac:spMkLst>
          </pc:spChg>
        </pc:sldLayoutChg>
        <pc:sldLayoutChg chg="modSp">
          <pc:chgData name="sourovtalukder69@gmail.com" userId="cbc4c1c8925b0f38" providerId="LiveId" clId="{866442A1-97D0-4EFA-9AAC-56F7F34526AA}" dt="2025-11-17T14:11:25.684" v="1123"/>
          <pc:sldLayoutMkLst>
            <pc:docMk/>
            <pc:sldMasterMk cId="3059534897" sldId="2147483648"/>
            <pc:sldLayoutMk cId="723575006" sldId="2147483651"/>
          </pc:sldLayoutMkLst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723575006" sldId="2147483651"/>
              <ac:spMk id="2" creationId="{756566E5-9257-4856-8337-10D9D9D1F31D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723575006" sldId="2147483651"/>
              <ac:spMk id="3" creationId="{1BFAD7A2-FF76-4FB8-A2E6-C6EF0E479043}"/>
            </ac:spMkLst>
          </pc:spChg>
        </pc:sldLayoutChg>
        <pc:sldLayoutChg chg="modSp">
          <pc:chgData name="sourovtalukder69@gmail.com" userId="cbc4c1c8925b0f38" providerId="LiveId" clId="{866442A1-97D0-4EFA-9AAC-56F7F34526AA}" dt="2025-11-17T14:11:25.684" v="1123"/>
          <pc:sldLayoutMkLst>
            <pc:docMk/>
            <pc:sldMasterMk cId="3059534897" sldId="2147483648"/>
            <pc:sldLayoutMk cId="71277442" sldId="2147483652"/>
          </pc:sldLayoutMkLst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71277442" sldId="2147483652"/>
              <ac:spMk id="3" creationId="{EA3D4EE0-4096-483A-8FE0-71BA117EFA07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71277442" sldId="2147483652"/>
              <ac:spMk id="4" creationId="{A5650DC3-EFF1-4B04-BB64-D9E5A343217F}"/>
            </ac:spMkLst>
          </pc:spChg>
        </pc:sldLayoutChg>
        <pc:sldLayoutChg chg="modSp">
          <pc:chgData name="sourovtalukder69@gmail.com" userId="cbc4c1c8925b0f38" providerId="LiveId" clId="{866442A1-97D0-4EFA-9AAC-56F7F34526AA}" dt="2025-11-17T14:11:25.684" v="1123"/>
          <pc:sldLayoutMkLst>
            <pc:docMk/>
            <pc:sldMasterMk cId="3059534897" sldId="2147483648"/>
            <pc:sldLayoutMk cId="2598351781" sldId="2147483653"/>
          </pc:sldLayoutMkLst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2598351781" sldId="2147483653"/>
              <ac:spMk id="2" creationId="{3BB422C1-7344-40D6-A9AE-217BA7D832BE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2598351781" sldId="2147483653"/>
              <ac:spMk id="3" creationId="{5E1D4E51-DAD5-4132-A0D6-98D425CB97BC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2598351781" sldId="2147483653"/>
              <ac:spMk id="4" creationId="{6E588FCD-4C39-4293-9136-DA914C4E9FC3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2598351781" sldId="2147483653"/>
              <ac:spMk id="5" creationId="{FDB1D37D-D2A7-4803-A944-21D82580A913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2598351781" sldId="2147483653"/>
              <ac:spMk id="6" creationId="{BCD5C22E-18E0-435A-B460-2834D2EF2094}"/>
            </ac:spMkLst>
          </pc:spChg>
        </pc:sldLayoutChg>
        <pc:sldLayoutChg chg="modSp">
          <pc:chgData name="sourovtalukder69@gmail.com" userId="cbc4c1c8925b0f38" providerId="LiveId" clId="{866442A1-97D0-4EFA-9AAC-56F7F34526AA}" dt="2025-11-17T14:11:25.684" v="1123"/>
          <pc:sldLayoutMkLst>
            <pc:docMk/>
            <pc:sldMasterMk cId="3059534897" sldId="2147483648"/>
            <pc:sldLayoutMk cId="122666622" sldId="2147483656"/>
          </pc:sldLayoutMkLst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122666622" sldId="2147483656"/>
              <ac:spMk id="2" creationId="{FC209EF0-D94A-4618-AE38-A762CE2754B0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122666622" sldId="2147483656"/>
              <ac:spMk id="3" creationId="{C4C9C239-5A06-447A-8692-EF6C39080728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122666622" sldId="2147483656"/>
              <ac:spMk id="4" creationId="{C6BD2DA5-A895-4877-A93F-7B1FC7B6D36E}"/>
            </ac:spMkLst>
          </pc:spChg>
        </pc:sldLayoutChg>
        <pc:sldLayoutChg chg="modSp">
          <pc:chgData name="sourovtalukder69@gmail.com" userId="cbc4c1c8925b0f38" providerId="LiveId" clId="{866442A1-97D0-4EFA-9AAC-56F7F34526AA}" dt="2025-11-17T14:11:25.684" v="1123"/>
          <pc:sldLayoutMkLst>
            <pc:docMk/>
            <pc:sldMasterMk cId="3059534897" sldId="2147483648"/>
            <pc:sldLayoutMk cId="4212472019" sldId="2147483657"/>
          </pc:sldLayoutMkLst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4212472019" sldId="2147483657"/>
              <ac:spMk id="2" creationId="{502BD666-1A5E-45E1-B230-DBEF4FC0E051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4212472019" sldId="2147483657"/>
              <ac:spMk id="3" creationId="{5927E28D-BA15-47AB-BB79-DA54E47FFD58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4212472019" sldId="2147483657"/>
              <ac:spMk id="4" creationId="{78368741-0F91-4B80-8C2F-3697DAC7B58F}"/>
            </ac:spMkLst>
          </pc:spChg>
        </pc:sldLayoutChg>
        <pc:sldLayoutChg chg="modSp">
          <pc:chgData name="sourovtalukder69@gmail.com" userId="cbc4c1c8925b0f38" providerId="LiveId" clId="{866442A1-97D0-4EFA-9AAC-56F7F34526AA}" dt="2025-11-17T14:11:25.684" v="1123"/>
          <pc:sldLayoutMkLst>
            <pc:docMk/>
            <pc:sldMasterMk cId="3059534897" sldId="2147483648"/>
            <pc:sldLayoutMk cId="2480970353" sldId="2147483659"/>
          </pc:sldLayoutMkLst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2480970353" sldId="2147483659"/>
              <ac:spMk id="2" creationId="{C930BBDE-A437-42FB-93BE-81FEC573FFDA}"/>
            </ac:spMkLst>
          </pc:spChg>
          <pc:spChg chg="mod">
            <ac:chgData name="sourovtalukder69@gmail.com" userId="cbc4c1c8925b0f38" providerId="LiveId" clId="{866442A1-97D0-4EFA-9AAC-56F7F34526AA}" dt="2025-11-17T14:11:25.684" v="1123"/>
            <ac:spMkLst>
              <pc:docMk/>
              <pc:sldMasterMk cId="3059534897" sldId="2147483648"/>
              <pc:sldLayoutMk cId="2480970353" sldId="2147483659"/>
              <ac:spMk id="3" creationId="{796C3CA6-DED7-4D02-9DE8-D81C8B936AB4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CBAA21-3E54-425D-9842-C569EEDEF89A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0ED148-E3C2-443C-BF1F-C91BD05D17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009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0ED148-E3C2-443C-BF1F-C91BD05D174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5706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0ED148-E3C2-443C-BF1F-C91BD05D174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89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0ED148-E3C2-443C-BF1F-C91BD05D174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1523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0ED148-E3C2-443C-BF1F-C91BD05D174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420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B4258-EF7B-44F4-A87B-B8B94F1435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1E07C9-C663-40EC-AF4D-91638DB508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2" indent="0" algn="ctr">
              <a:buNone/>
              <a:defRPr sz="2000"/>
            </a:lvl2pPr>
            <a:lvl3pPr marL="914405" indent="0" algn="ctr">
              <a:buNone/>
              <a:defRPr sz="1800"/>
            </a:lvl3pPr>
            <a:lvl4pPr marL="1371607" indent="0" algn="ctr">
              <a:buNone/>
              <a:defRPr sz="1600"/>
            </a:lvl4pPr>
            <a:lvl5pPr marL="1828809" indent="0" algn="ctr">
              <a:buNone/>
              <a:defRPr sz="1600"/>
            </a:lvl5pPr>
            <a:lvl6pPr marL="2286011" indent="0" algn="ctr">
              <a:buNone/>
              <a:defRPr sz="1600"/>
            </a:lvl6pPr>
            <a:lvl7pPr marL="2743214" indent="0" algn="ctr">
              <a:buNone/>
              <a:defRPr sz="1600"/>
            </a:lvl7pPr>
            <a:lvl8pPr marL="3200416" indent="0" algn="ctr">
              <a:buNone/>
              <a:defRPr sz="1600"/>
            </a:lvl8pPr>
            <a:lvl9pPr marL="36576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81BBDC-BCCF-42FB-B3BB-9490C5DD1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0E1102-D24E-4F62-8EB6-844CC0088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7CAE8-8443-4681-87F1-4B3E70C79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16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909A-81F1-458C-A2C7-8A27897A3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CB5FB-0159-4F5B-B45B-979E06674D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E1038-DEEA-4893-897B-4E301695F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DAB17E-6719-4B55-BDFB-584B2CB4B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38B6EB-7DCF-4BBB-A249-77852B53A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85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66E5-9257-4856-8337-10D9D9D1F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AD7A2-FF76-4FB8-A2E6-C6EF0E4790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1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1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834BC-891A-44E9-9927-7610945AB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22EE4-8DEE-4ECC-BB6B-DA46AA83B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CDE8CF-1370-4E2A-A7E4-67E0670AE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3575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60660-75A0-4032-A0B8-A20D6AF25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D4EE0-4096-483A-8FE0-71BA117EFA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650DC3-EFF1-4B04-BB64-D9E5A34321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EF6D38-E5AC-45C0-B45F-4C61F7B45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621F7D-DA61-4334-8282-CDDF0F72C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A7828-6869-4626-BF28-DF95EA88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277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422C1-7344-40D6-A9AE-217BA7D83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D4E51-DAD5-4132-A0D6-98D425CB97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1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2" indent="0">
              <a:buNone/>
              <a:defRPr sz="2000" b="1"/>
            </a:lvl2pPr>
            <a:lvl3pPr marL="914405" indent="0">
              <a:buNone/>
              <a:defRPr sz="1800" b="1"/>
            </a:lvl3pPr>
            <a:lvl4pPr marL="1371607" indent="0">
              <a:buNone/>
              <a:defRPr sz="1600" b="1"/>
            </a:lvl4pPr>
            <a:lvl5pPr marL="1828809" indent="0">
              <a:buNone/>
              <a:defRPr sz="1600" b="1"/>
            </a:lvl5pPr>
            <a:lvl6pPr marL="2286011" indent="0">
              <a:buNone/>
              <a:defRPr sz="1600" b="1"/>
            </a:lvl6pPr>
            <a:lvl7pPr marL="2743214" indent="0">
              <a:buNone/>
              <a:defRPr sz="1600" b="1"/>
            </a:lvl7pPr>
            <a:lvl8pPr marL="3200416" indent="0">
              <a:buNone/>
              <a:defRPr sz="1600" b="1"/>
            </a:lvl8pPr>
            <a:lvl9pPr marL="36576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88FCD-4C39-4293-9136-DA914C4E9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1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B1D37D-D2A7-4803-A944-21D82580A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2" indent="0">
              <a:buNone/>
              <a:defRPr sz="2000" b="1"/>
            </a:lvl2pPr>
            <a:lvl3pPr marL="914405" indent="0">
              <a:buNone/>
              <a:defRPr sz="1800" b="1"/>
            </a:lvl3pPr>
            <a:lvl4pPr marL="1371607" indent="0">
              <a:buNone/>
              <a:defRPr sz="1600" b="1"/>
            </a:lvl4pPr>
            <a:lvl5pPr marL="1828809" indent="0">
              <a:buNone/>
              <a:defRPr sz="1600" b="1"/>
            </a:lvl5pPr>
            <a:lvl6pPr marL="2286011" indent="0">
              <a:buNone/>
              <a:defRPr sz="1600" b="1"/>
            </a:lvl6pPr>
            <a:lvl7pPr marL="2743214" indent="0">
              <a:buNone/>
              <a:defRPr sz="1600" b="1"/>
            </a:lvl7pPr>
            <a:lvl8pPr marL="3200416" indent="0">
              <a:buNone/>
              <a:defRPr sz="1600" b="1"/>
            </a:lvl8pPr>
            <a:lvl9pPr marL="36576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D5C22E-18E0-435A-B460-2834D2EF20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7F59BD-DE15-4EB5-AF45-439AF0D4C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55BD9C-C1E4-44A3-A713-C5F15209C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7195F8-1C2F-4E44-9127-1566A4A00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351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CFD9A-6B39-439A-B043-46AA824CC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7C3AF4-6860-4B71-BBE7-85458B3A7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F20896-FC9F-49C4-A22B-83ADA5DE6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EBAD1-0C68-4DD1-A999-BB545E8DA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7874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8F791-9161-459E-AAB9-42BA1E447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F0B85C-0CF6-4A45-9CCC-603DC8FDD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C4005-8281-410A-B8AC-0EF2BCE06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508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09EF0-D94A-4618-AE38-A762CE275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9C239-5A06-447A-8692-EF6C39080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BD2DA5-A895-4877-A93F-7B1FC7B6D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2" indent="0">
              <a:buNone/>
              <a:defRPr sz="1400"/>
            </a:lvl2pPr>
            <a:lvl3pPr marL="914405" indent="0">
              <a:buNone/>
              <a:defRPr sz="1200"/>
            </a:lvl3pPr>
            <a:lvl4pPr marL="1371607" indent="0">
              <a:buNone/>
              <a:defRPr sz="1000"/>
            </a:lvl4pPr>
            <a:lvl5pPr marL="1828809" indent="0">
              <a:buNone/>
              <a:defRPr sz="1000"/>
            </a:lvl5pPr>
            <a:lvl6pPr marL="2286011" indent="0">
              <a:buNone/>
              <a:defRPr sz="1000"/>
            </a:lvl6pPr>
            <a:lvl7pPr marL="2743214" indent="0">
              <a:buNone/>
              <a:defRPr sz="1000"/>
            </a:lvl7pPr>
            <a:lvl8pPr marL="3200416" indent="0">
              <a:buNone/>
              <a:defRPr sz="1000"/>
            </a:lvl8pPr>
            <a:lvl9pPr marL="3657618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EC3B7-2DD0-4D2E-8936-3FF1AFE74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6D8610-8683-4F40-9C3F-1A26814A1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781148-4432-42B9-B2CF-FBAFDF35C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66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BD666-1A5E-45E1-B230-DBEF4FC0E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27E28D-BA15-47AB-BB79-DA54E47FFD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2" indent="0">
              <a:buNone/>
              <a:defRPr sz="2800"/>
            </a:lvl2pPr>
            <a:lvl3pPr marL="914405" indent="0">
              <a:buNone/>
              <a:defRPr sz="2400"/>
            </a:lvl3pPr>
            <a:lvl4pPr marL="1371607" indent="0">
              <a:buNone/>
              <a:defRPr sz="2000"/>
            </a:lvl4pPr>
            <a:lvl5pPr marL="1828809" indent="0">
              <a:buNone/>
              <a:defRPr sz="2000"/>
            </a:lvl5pPr>
            <a:lvl6pPr marL="2286011" indent="0">
              <a:buNone/>
              <a:defRPr sz="2000"/>
            </a:lvl6pPr>
            <a:lvl7pPr marL="2743214" indent="0">
              <a:buNone/>
              <a:defRPr sz="2000"/>
            </a:lvl7pPr>
            <a:lvl8pPr marL="3200416" indent="0">
              <a:buNone/>
              <a:defRPr sz="2000"/>
            </a:lvl8pPr>
            <a:lvl9pPr marL="3657618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368741-0F91-4B80-8C2F-3697DAC7B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2" indent="0">
              <a:buNone/>
              <a:defRPr sz="1400"/>
            </a:lvl2pPr>
            <a:lvl3pPr marL="914405" indent="0">
              <a:buNone/>
              <a:defRPr sz="1200"/>
            </a:lvl3pPr>
            <a:lvl4pPr marL="1371607" indent="0">
              <a:buNone/>
              <a:defRPr sz="1000"/>
            </a:lvl4pPr>
            <a:lvl5pPr marL="1828809" indent="0">
              <a:buNone/>
              <a:defRPr sz="1000"/>
            </a:lvl5pPr>
            <a:lvl6pPr marL="2286011" indent="0">
              <a:buNone/>
              <a:defRPr sz="1000"/>
            </a:lvl6pPr>
            <a:lvl7pPr marL="2743214" indent="0">
              <a:buNone/>
              <a:defRPr sz="1000"/>
            </a:lvl7pPr>
            <a:lvl8pPr marL="3200416" indent="0">
              <a:buNone/>
              <a:defRPr sz="1000"/>
            </a:lvl8pPr>
            <a:lvl9pPr marL="3657618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E271F-AA7A-480C-BA1F-151339F48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5BC24-978F-4119-A569-6D217F73B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FE0580-DCC6-400C-8847-928D04741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2472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132A9-9F99-452A-A702-0C8468B1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03EDA-312A-4D33-954A-1741262506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0848DB-863F-419A-9B3E-BE8562A31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821E5-5220-4A0C-9DCE-61EA7B4E4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D07B65-DD1E-4202-98EC-7BB171369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642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30BBDE-A437-42FB-93BE-81FEC573F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6C3CA6-DED7-4D02-9DE8-D81C8B936A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BE2FCB-0C0E-4F01-8A73-6E44A2772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8F38B-FB0C-40BB-BFA8-36879F9ED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C411E-B5C0-4AFE-B069-DC660235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0970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6949F0-FAE6-43E6-B9DF-4EC937073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E9C3AA-EB6A-4FCE-848A-40A07A618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F6D01-DF62-4280-B3D0-732AA1D867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7EFF1C-F422-4886-B1EF-BF064B2B48E0}" type="datetimeFigureOut">
              <a:rPr lang="en-US" smtClean="0"/>
              <a:t>11/18/2025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5AD0F-B056-4F61-AEAD-06B2D62A37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52E5E8-F22D-46AC-B529-B9FFBBEC7D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9A08F-C33D-442F-8031-5B93042A7A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534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1" indent="-228601" algn="l" defTabSz="91440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3" indent="-228601" algn="l" defTabSz="91440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6" indent="-228601" algn="l" defTabSz="91440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8" indent="-228601" algn="l" defTabSz="91440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10" indent="-228601" algn="l" defTabSz="91440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13" indent="-228601" algn="l" defTabSz="91440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5" indent="-228601" algn="l" defTabSz="91440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17" indent="-228601" algn="l" defTabSz="91440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20" indent="-228601" algn="l" defTabSz="91440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2" algn="l" defTabSz="91440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5" algn="l" defTabSz="91440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7" algn="l" defTabSz="91440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9" algn="l" defTabSz="91440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1" algn="l" defTabSz="91440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4" algn="l" defTabSz="91440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16" algn="l" defTabSz="91440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18" algn="l" defTabSz="91440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90CFDF3-478B-474F-8B41-A5867C2BC549}"/>
              </a:ext>
            </a:extLst>
          </p:cNvPr>
          <p:cNvSpPr/>
          <p:nvPr/>
        </p:nvSpPr>
        <p:spPr>
          <a:xfrm>
            <a:off x="133351" y="1447802"/>
            <a:ext cx="11070278" cy="36697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4B1828-D239-4E76-812C-2C50304EB4B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31" b="12083"/>
          <a:stretch/>
        </p:blipFill>
        <p:spPr>
          <a:xfrm>
            <a:off x="7097599" y="993303"/>
            <a:ext cx="3502020" cy="3454392"/>
          </a:xfrm>
          <a:prstGeom prst="rect">
            <a:avLst/>
          </a:prstGeom>
        </p:spPr>
      </p:pic>
      <p:sp>
        <p:nvSpPr>
          <p:cNvPr id="8" name="Circle: Hollow 7">
            <a:extLst>
              <a:ext uri="{FF2B5EF4-FFF2-40B4-BE49-F238E27FC236}">
                <a16:creationId xmlns:a16="http://schemas.microsoft.com/office/drawing/2014/main" id="{6B52DC3E-EFB8-4F6F-A9B1-8B6240286C86}"/>
              </a:ext>
            </a:extLst>
          </p:cNvPr>
          <p:cNvSpPr/>
          <p:nvPr/>
        </p:nvSpPr>
        <p:spPr>
          <a:xfrm>
            <a:off x="6320953" y="201927"/>
            <a:ext cx="5054224" cy="4915634"/>
          </a:xfrm>
          <a:prstGeom prst="donut">
            <a:avLst>
              <a:gd name="adj" fmla="val 1806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0E3186-0D08-440F-A77C-30F4B9EC9034}"/>
              </a:ext>
            </a:extLst>
          </p:cNvPr>
          <p:cNvSpPr txBox="1"/>
          <p:nvPr/>
        </p:nvSpPr>
        <p:spPr>
          <a:xfrm>
            <a:off x="910551" y="1560023"/>
            <a:ext cx="4320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Data</a:t>
            </a:r>
            <a:r>
              <a:rPr lang="en-US" sz="3600" dirty="0">
                <a:solidFill>
                  <a:schemeClr val="bg1"/>
                </a:solidFill>
              </a:rPr>
              <a:t> Problem Solver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8B58AD-6B73-4A01-8E59-70D6AA3AEBF2}"/>
              </a:ext>
            </a:extLst>
          </p:cNvPr>
          <p:cNvSpPr txBox="1"/>
          <p:nvPr/>
        </p:nvSpPr>
        <p:spPr>
          <a:xfrm>
            <a:off x="1078251" y="2662284"/>
            <a:ext cx="577975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Data Processing ,Cleaning</a:t>
            </a:r>
          </a:p>
          <a:p>
            <a:r>
              <a:rPr lang="en-US" sz="2000" dirty="0">
                <a:solidFill>
                  <a:schemeClr val="bg1"/>
                </a:solidFill>
              </a:rPr>
              <a:t>Data Modeling</a:t>
            </a:r>
            <a:br>
              <a:rPr lang="en-US" sz="20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Data Analysis</a:t>
            </a:r>
            <a:br>
              <a:rPr lang="en-US" sz="20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Data  Science</a:t>
            </a: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55CEB3-A522-41A9-91BD-ADF144B33741}"/>
              </a:ext>
            </a:extLst>
          </p:cNvPr>
          <p:cNvCxnSpPr/>
          <p:nvPr/>
        </p:nvCxnSpPr>
        <p:spPr>
          <a:xfrm>
            <a:off x="988372" y="2206352"/>
            <a:ext cx="3894914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86148B4-1223-494F-97FD-30DAABCBAE60}"/>
              </a:ext>
            </a:extLst>
          </p:cNvPr>
          <p:cNvSpPr txBox="1"/>
          <p:nvPr/>
        </p:nvSpPr>
        <p:spPr>
          <a:xfrm>
            <a:off x="7402073" y="4293500"/>
            <a:ext cx="3504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2"/>
                </a:solidFill>
                <a:latin typeface="Century" panose="02040604050505020304" pitchFamily="18" charset="0"/>
                <a:cs typeface="Aharoni" panose="02010803020104030203" pitchFamily="2" charset="-79"/>
              </a:rPr>
              <a:t>Sourov Talukder</a:t>
            </a:r>
          </a:p>
        </p:txBody>
      </p:sp>
    </p:spTree>
    <p:extLst>
      <p:ext uri="{BB962C8B-B14F-4D97-AF65-F5344CB8AC3E}">
        <p14:creationId xmlns:p14="http://schemas.microsoft.com/office/powerpoint/2010/main" val="1563125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9FFC704-D7AA-44AA-B963-1A3B79CE523D}"/>
              </a:ext>
            </a:extLst>
          </p:cNvPr>
          <p:cNvSpPr/>
          <p:nvPr/>
        </p:nvSpPr>
        <p:spPr>
          <a:xfrm>
            <a:off x="104775" y="1419227"/>
            <a:ext cx="11689404" cy="3669761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0E3186-0D08-440F-A77C-30F4B9EC9034}"/>
              </a:ext>
            </a:extLst>
          </p:cNvPr>
          <p:cNvSpPr txBox="1"/>
          <p:nvPr/>
        </p:nvSpPr>
        <p:spPr>
          <a:xfrm>
            <a:off x="1501219" y="1473742"/>
            <a:ext cx="42223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Data Professional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8B58AD-6B73-4A01-8E59-70D6AA3AEBF2}"/>
              </a:ext>
            </a:extLst>
          </p:cNvPr>
          <p:cNvSpPr txBox="1"/>
          <p:nvPr/>
        </p:nvSpPr>
        <p:spPr>
          <a:xfrm>
            <a:off x="1501219" y="2842645"/>
            <a:ext cx="679720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Data Analytics &amp; Management</a:t>
            </a:r>
          </a:p>
          <a:p>
            <a:r>
              <a:rPr lang="en-US" sz="2400" dirty="0">
                <a:solidFill>
                  <a:schemeClr val="bg1"/>
                </a:solidFill>
              </a:rPr>
              <a:t>Data Cleaning &amp; Transformation (Advanced)</a:t>
            </a:r>
          </a:p>
          <a:p>
            <a:r>
              <a:rPr lang="en-US" sz="2400" dirty="0">
                <a:solidFill>
                  <a:schemeClr val="bg1"/>
                </a:solidFill>
              </a:rPr>
              <a:t>Data Modeling and Database Design</a:t>
            </a:r>
          </a:p>
          <a:p>
            <a:r>
              <a:rPr lang="en-US" sz="2400" dirty="0">
                <a:solidFill>
                  <a:schemeClr val="bg1"/>
                </a:solidFill>
              </a:rPr>
              <a:t>Data Visualization &amp; Reporting</a:t>
            </a:r>
          </a:p>
          <a:p>
            <a:r>
              <a:rPr lang="en-US" sz="2400" dirty="0">
                <a:solidFill>
                  <a:schemeClr val="bg1"/>
                </a:solidFill>
              </a:rPr>
              <a:t>Business Insights &amp; Recommendations</a:t>
            </a: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55CEB3-A522-41A9-91BD-ADF144B33741}"/>
              </a:ext>
            </a:extLst>
          </p:cNvPr>
          <p:cNvCxnSpPr>
            <a:cxnSpLocks/>
          </p:cNvCxnSpPr>
          <p:nvPr/>
        </p:nvCxnSpPr>
        <p:spPr>
          <a:xfrm>
            <a:off x="800102" y="2181628"/>
            <a:ext cx="55721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380DDD-973E-46D0-A95E-3BE6702069C9}"/>
              </a:ext>
            </a:extLst>
          </p:cNvPr>
          <p:cNvSpPr txBox="1"/>
          <p:nvPr/>
        </p:nvSpPr>
        <p:spPr>
          <a:xfrm>
            <a:off x="672224" y="2396429"/>
            <a:ext cx="46082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FF00"/>
                </a:solidFill>
              </a:rPr>
              <a:t>Data Problem Solver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708F4E-CE80-4B9A-8AA2-820FAA563440}"/>
              </a:ext>
            </a:extLst>
          </p:cNvPr>
          <p:cNvSpPr/>
          <p:nvPr/>
        </p:nvSpPr>
        <p:spPr>
          <a:xfrm rot="21137689">
            <a:off x="1247474" y="2987927"/>
            <a:ext cx="193899" cy="158625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2BF6A6E-FF8C-43E4-91A9-BA782273A25A}"/>
              </a:ext>
            </a:extLst>
          </p:cNvPr>
          <p:cNvSpPr/>
          <p:nvPr/>
        </p:nvSpPr>
        <p:spPr>
          <a:xfrm rot="21137689">
            <a:off x="1247474" y="3361353"/>
            <a:ext cx="193899" cy="158625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F95BDBC-C819-4404-B0A3-5C25701246B1}"/>
              </a:ext>
            </a:extLst>
          </p:cNvPr>
          <p:cNvSpPr/>
          <p:nvPr/>
        </p:nvSpPr>
        <p:spPr>
          <a:xfrm rot="21137689">
            <a:off x="1238355" y="3702297"/>
            <a:ext cx="193899" cy="158625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E225A4A-67BD-4F79-84D7-A6A14B5EEEE2}"/>
              </a:ext>
            </a:extLst>
          </p:cNvPr>
          <p:cNvSpPr/>
          <p:nvPr/>
        </p:nvSpPr>
        <p:spPr>
          <a:xfrm rot="21137689">
            <a:off x="1238354" y="4075723"/>
            <a:ext cx="193899" cy="158625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D2DFD5B-E0AD-4C65-BD45-1ED908A7BA07}"/>
              </a:ext>
            </a:extLst>
          </p:cNvPr>
          <p:cNvSpPr/>
          <p:nvPr/>
        </p:nvSpPr>
        <p:spPr>
          <a:xfrm rot="21137689">
            <a:off x="1247474" y="4437013"/>
            <a:ext cx="193899" cy="158625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5AFF610-9A9C-459E-868C-1ABFEDA641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31" b="12083"/>
          <a:stretch/>
        </p:blipFill>
        <p:spPr>
          <a:xfrm>
            <a:off x="7688149" y="964728"/>
            <a:ext cx="3502020" cy="3454392"/>
          </a:xfrm>
          <a:prstGeom prst="rect">
            <a:avLst/>
          </a:prstGeom>
        </p:spPr>
      </p:pic>
      <p:sp>
        <p:nvSpPr>
          <p:cNvPr id="21" name="Circle: Hollow 20">
            <a:extLst>
              <a:ext uri="{FF2B5EF4-FFF2-40B4-BE49-F238E27FC236}">
                <a16:creationId xmlns:a16="http://schemas.microsoft.com/office/drawing/2014/main" id="{FADA3E3F-24E6-4865-9599-F0AC00463A37}"/>
              </a:ext>
            </a:extLst>
          </p:cNvPr>
          <p:cNvSpPr/>
          <p:nvPr/>
        </p:nvSpPr>
        <p:spPr>
          <a:xfrm>
            <a:off x="6911503" y="173352"/>
            <a:ext cx="5054224" cy="4915634"/>
          </a:xfrm>
          <a:prstGeom prst="donut">
            <a:avLst>
              <a:gd name="adj" fmla="val 1806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D75328-BDE2-4487-A24B-7A71B759F9CA}"/>
              </a:ext>
            </a:extLst>
          </p:cNvPr>
          <p:cNvSpPr txBox="1"/>
          <p:nvPr/>
        </p:nvSpPr>
        <p:spPr>
          <a:xfrm>
            <a:off x="7870565" y="4246631"/>
            <a:ext cx="42256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Sourov</a:t>
            </a:r>
            <a:r>
              <a:rPr lang="en-US" sz="3600" dirty="0">
                <a:solidFill>
                  <a:schemeClr val="bg2"/>
                </a:solidFill>
                <a:latin typeface="Century" panose="02040604050505020304" pitchFamily="18" charset="0"/>
                <a:cs typeface="Aharoni" panose="02010803020104030203" pitchFamily="2" charset="-79"/>
              </a:rPr>
              <a:t> </a:t>
            </a:r>
            <a:r>
              <a:rPr lang="en-US" sz="3600" b="1" dirty="0">
                <a:solidFill>
                  <a:schemeClr val="bg1"/>
                </a:solidFill>
              </a:rPr>
              <a:t>Talukder</a:t>
            </a:r>
          </a:p>
        </p:txBody>
      </p:sp>
    </p:spTree>
    <p:extLst>
      <p:ext uri="{BB962C8B-B14F-4D97-AF65-F5344CB8AC3E}">
        <p14:creationId xmlns:p14="http://schemas.microsoft.com/office/powerpoint/2010/main" val="3798572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9FFC704-D7AA-44AA-B963-1A3B79CE523D}"/>
              </a:ext>
            </a:extLst>
          </p:cNvPr>
          <p:cNvSpPr/>
          <p:nvPr/>
        </p:nvSpPr>
        <p:spPr>
          <a:xfrm>
            <a:off x="104775" y="1419227"/>
            <a:ext cx="11689404" cy="36697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0E3186-0D08-440F-A77C-30F4B9EC9034}"/>
              </a:ext>
            </a:extLst>
          </p:cNvPr>
          <p:cNvSpPr txBox="1"/>
          <p:nvPr/>
        </p:nvSpPr>
        <p:spPr>
          <a:xfrm>
            <a:off x="1501219" y="1473742"/>
            <a:ext cx="42223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Data Professional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8B58AD-6B73-4A01-8E59-70D6AA3AEBF2}"/>
              </a:ext>
            </a:extLst>
          </p:cNvPr>
          <p:cNvSpPr txBox="1"/>
          <p:nvPr/>
        </p:nvSpPr>
        <p:spPr>
          <a:xfrm>
            <a:off x="1501219" y="2842645"/>
            <a:ext cx="679720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Data Analytics &amp; Management</a:t>
            </a:r>
          </a:p>
          <a:p>
            <a:r>
              <a:rPr lang="en-US" sz="2400" dirty="0">
                <a:solidFill>
                  <a:schemeClr val="bg1"/>
                </a:solidFill>
              </a:rPr>
              <a:t>Data Cleaning &amp; Transformation (Advanced)</a:t>
            </a:r>
          </a:p>
          <a:p>
            <a:r>
              <a:rPr lang="en-US" sz="2400" dirty="0">
                <a:solidFill>
                  <a:schemeClr val="bg1"/>
                </a:solidFill>
              </a:rPr>
              <a:t>Data Modeling and Database Design</a:t>
            </a:r>
          </a:p>
          <a:p>
            <a:r>
              <a:rPr lang="en-US" sz="2400" dirty="0">
                <a:solidFill>
                  <a:schemeClr val="bg1"/>
                </a:solidFill>
              </a:rPr>
              <a:t>Data Visualization &amp; Reporting</a:t>
            </a:r>
          </a:p>
          <a:p>
            <a:r>
              <a:rPr lang="en-US" sz="2400" dirty="0">
                <a:solidFill>
                  <a:schemeClr val="bg1"/>
                </a:solidFill>
              </a:rPr>
              <a:t>Business Insights &amp; Recommendations</a:t>
            </a: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55CEB3-A522-41A9-91BD-ADF144B33741}"/>
              </a:ext>
            </a:extLst>
          </p:cNvPr>
          <p:cNvCxnSpPr>
            <a:cxnSpLocks/>
          </p:cNvCxnSpPr>
          <p:nvPr/>
        </p:nvCxnSpPr>
        <p:spPr>
          <a:xfrm>
            <a:off x="800102" y="2181628"/>
            <a:ext cx="55721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380DDD-973E-46D0-A95E-3BE6702069C9}"/>
              </a:ext>
            </a:extLst>
          </p:cNvPr>
          <p:cNvSpPr txBox="1"/>
          <p:nvPr/>
        </p:nvSpPr>
        <p:spPr>
          <a:xfrm>
            <a:off x="672224" y="2396429"/>
            <a:ext cx="46082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FF00"/>
                </a:solidFill>
              </a:rPr>
              <a:t>Data Problem Solver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708F4E-CE80-4B9A-8AA2-820FAA563440}"/>
              </a:ext>
            </a:extLst>
          </p:cNvPr>
          <p:cNvSpPr/>
          <p:nvPr/>
        </p:nvSpPr>
        <p:spPr>
          <a:xfrm rot="21137689">
            <a:off x="1247474" y="2987927"/>
            <a:ext cx="193899" cy="158625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2BF6A6E-FF8C-43E4-91A9-BA782273A25A}"/>
              </a:ext>
            </a:extLst>
          </p:cNvPr>
          <p:cNvSpPr/>
          <p:nvPr/>
        </p:nvSpPr>
        <p:spPr>
          <a:xfrm rot="21137689">
            <a:off x="1247474" y="3361353"/>
            <a:ext cx="193899" cy="158625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F95BDBC-C819-4404-B0A3-5C25701246B1}"/>
              </a:ext>
            </a:extLst>
          </p:cNvPr>
          <p:cNvSpPr/>
          <p:nvPr/>
        </p:nvSpPr>
        <p:spPr>
          <a:xfrm rot="21137689">
            <a:off x="1238355" y="3702297"/>
            <a:ext cx="193899" cy="158625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E225A4A-67BD-4F79-84D7-A6A14B5EEEE2}"/>
              </a:ext>
            </a:extLst>
          </p:cNvPr>
          <p:cNvSpPr/>
          <p:nvPr/>
        </p:nvSpPr>
        <p:spPr>
          <a:xfrm rot="21137689">
            <a:off x="1238354" y="4075723"/>
            <a:ext cx="193899" cy="158625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D2DFD5B-E0AD-4C65-BD45-1ED908A7BA07}"/>
              </a:ext>
            </a:extLst>
          </p:cNvPr>
          <p:cNvSpPr/>
          <p:nvPr/>
        </p:nvSpPr>
        <p:spPr>
          <a:xfrm rot="21137689">
            <a:off x="1247474" y="4437013"/>
            <a:ext cx="193899" cy="158625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5AFF610-9A9C-459E-868C-1ABFEDA641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31" b="12083"/>
          <a:stretch/>
        </p:blipFill>
        <p:spPr>
          <a:xfrm>
            <a:off x="7688149" y="964728"/>
            <a:ext cx="3502020" cy="3454392"/>
          </a:xfrm>
          <a:prstGeom prst="rect">
            <a:avLst/>
          </a:prstGeom>
        </p:spPr>
      </p:pic>
      <p:sp>
        <p:nvSpPr>
          <p:cNvPr id="21" name="Circle: Hollow 20">
            <a:extLst>
              <a:ext uri="{FF2B5EF4-FFF2-40B4-BE49-F238E27FC236}">
                <a16:creationId xmlns:a16="http://schemas.microsoft.com/office/drawing/2014/main" id="{FADA3E3F-24E6-4865-9599-F0AC00463A37}"/>
              </a:ext>
            </a:extLst>
          </p:cNvPr>
          <p:cNvSpPr/>
          <p:nvPr/>
        </p:nvSpPr>
        <p:spPr>
          <a:xfrm>
            <a:off x="6911503" y="173352"/>
            <a:ext cx="5054224" cy="4915634"/>
          </a:xfrm>
          <a:prstGeom prst="donut">
            <a:avLst>
              <a:gd name="adj" fmla="val 1806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D75328-BDE2-4487-A24B-7A71B759F9CA}"/>
              </a:ext>
            </a:extLst>
          </p:cNvPr>
          <p:cNvSpPr txBox="1"/>
          <p:nvPr/>
        </p:nvSpPr>
        <p:spPr>
          <a:xfrm>
            <a:off x="7992624" y="4264927"/>
            <a:ext cx="42256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Sourov</a:t>
            </a:r>
            <a:r>
              <a:rPr lang="en-US" sz="3600" dirty="0">
                <a:solidFill>
                  <a:schemeClr val="bg2"/>
                </a:solidFill>
                <a:latin typeface="Century" panose="02040604050505020304" pitchFamily="18" charset="0"/>
                <a:cs typeface="Aharoni" panose="02010803020104030203" pitchFamily="2" charset="-79"/>
              </a:rPr>
              <a:t> </a:t>
            </a:r>
            <a:r>
              <a:rPr lang="en-US" sz="3600" b="1" dirty="0">
                <a:solidFill>
                  <a:schemeClr val="bg1"/>
                </a:solidFill>
              </a:rPr>
              <a:t>Talukder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A5C1B0-9443-4E3E-BC18-A9B5F7BE7ED8}"/>
              </a:ext>
            </a:extLst>
          </p:cNvPr>
          <p:cNvSpPr/>
          <p:nvPr/>
        </p:nvSpPr>
        <p:spPr>
          <a:xfrm>
            <a:off x="7793599" y="5319647"/>
            <a:ext cx="1131326" cy="4303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Linkedin</a:t>
            </a:r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8E02639-D3F0-455E-B31E-69CC5EFF098E}"/>
              </a:ext>
            </a:extLst>
          </p:cNvPr>
          <p:cNvSpPr/>
          <p:nvPr/>
        </p:nvSpPr>
        <p:spPr>
          <a:xfrm>
            <a:off x="9079474" y="5328307"/>
            <a:ext cx="1131326" cy="4303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11FC2C2-7603-4D93-B8CB-1C5AE3D3BAAC}"/>
              </a:ext>
            </a:extLst>
          </p:cNvPr>
          <p:cNvSpPr/>
          <p:nvPr/>
        </p:nvSpPr>
        <p:spPr>
          <a:xfrm>
            <a:off x="10365351" y="5328306"/>
            <a:ext cx="1255745" cy="4303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Whatsapp</a:t>
            </a:r>
            <a:endParaRPr lang="en-US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FEC75C1-A38E-43F2-B49E-BCCC98B7E5E2}"/>
              </a:ext>
            </a:extLst>
          </p:cNvPr>
          <p:cNvSpPr/>
          <p:nvPr/>
        </p:nvSpPr>
        <p:spPr>
          <a:xfrm>
            <a:off x="7879325" y="6118362"/>
            <a:ext cx="1550427" cy="430355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Hire Me ?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C98E4B8-21AD-454F-9CC3-10CB34CFD04D}"/>
              </a:ext>
            </a:extLst>
          </p:cNvPr>
          <p:cNvSpPr/>
          <p:nvPr/>
        </p:nvSpPr>
        <p:spPr>
          <a:xfrm>
            <a:off x="9645139" y="6080915"/>
            <a:ext cx="1550427" cy="43035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My Resume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7D2F9F-32C2-4007-9386-FF912BAC6DD1}"/>
              </a:ext>
            </a:extLst>
          </p:cNvPr>
          <p:cNvSpPr txBox="1"/>
          <p:nvPr/>
        </p:nvSpPr>
        <p:spPr>
          <a:xfrm>
            <a:off x="324133" y="5260595"/>
            <a:ext cx="760678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 👍</a:t>
            </a:r>
            <a:b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Thank you so much for come into my profile / portfolio. To know me.</a:t>
            </a:r>
            <a:b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Simply I love to introduce myself As Data professional Not specifically Data analyst, ,Data Scientist, or Data engineer, Because In The Data Domain I had to  </a:t>
            </a:r>
            <a:r>
              <a:rPr lang="en-US" sz="14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</a:t>
            </a: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do a lot of thing from Data collection (Python, SQL, ), to Cleaning (Excel, Python, SQL) to Modeling, Dashboarding (excel Power BI), Predictive analytic s(Machine Learning , AI </a:t>
            </a:r>
            <a:r>
              <a:rPr lang="en-US" sz="14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Aanalytics</a:t>
            </a: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 and i really love it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3594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A5C1B0-9443-4E3E-BC18-A9B5F7BE7ED8}"/>
              </a:ext>
            </a:extLst>
          </p:cNvPr>
          <p:cNvSpPr/>
          <p:nvPr/>
        </p:nvSpPr>
        <p:spPr>
          <a:xfrm>
            <a:off x="7992622" y="461897"/>
            <a:ext cx="1131326" cy="4303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Linkedin</a:t>
            </a:r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8E02639-D3F0-455E-B31E-69CC5EFF098E}"/>
              </a:ext>
            </a:extLst>
          </p:cNvPr>
          <p:cNvSpPr/>
          <p:nvPr/>
        </p:nvSpPr>
        <p:spPr>
          <a:xfrm>
            <a:off x="9278497" y="470557"/>
            <a:ext cx="1131326" cy="4303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11FC2C2-7603-4D93-B8CB-1C5AE3D3BAAC}"/>
              </a:ext>
            </a:extLst>
          </p:cNvPr>
          <p:cNvSpPr/>
          <p:nvPr/>
        </p:nvSpPr>
        <p:spPr>
          <a:xfrm>
            <a:off x="10564374" y="470556"/>
            <a:ext cx="1255745" cy="4303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Whatsapp</a:t>
            </a:r>
            <a:endParaRPr lang="en-US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FEC75C1-A38E-43F2-B49E-BCCC98B7E5E2}"/>
              </a:ext>
            </a:extLst>
          </p:cNvPr>
          <p:cNvSpPr/>
          <p:nvPr/>
        </p:nvSpPr>
        <p:spPr>
          <a:xfrm>
            <a:off x="7992622" y="1478357"/>
            <a:ext cx="1550427" cy="430355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Hire Me ?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C98E4B8-21AD-454F-9CC3-10CB34CFD04D}"/>
              </a:ext>
            </a:extLst>
          </p:cNvPr>
          <p:cNvSpPr/>
          <p:nvPr/>
        </p:nvSpPr>
        <p:spPr>
          <a:xfrm>
            <a:off x="9844160" y="1527303"/>
            <a:ext cx="1550427" cy="430355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My Resume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7D2F9F-32C2-4007-9386-FF912BAC6DD1}"/>
              </a:ext>
            </a:extLst>
          </p:cNvPr>
          <p:cNvSpPr txBox="1"/>
          <p:nvPr/>
        </p:nvSpPr>
        <p:spPr>
          <a:xfrm>
            <a:off x="419510" y="461897"/>
            <a:ext cx="703856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 👍</a:t>
            </a:r>
            <a:b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Thank you so much for come into my profile / portfolio. To know me.</a:t>
            </a:r>
            <a:b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Simply I love to introduce myself As Data professional Not specifically Data analyst, ,Data Scientist, or Data engineer, Because In The Data Domain I had to  </a:t>
            </a:r>
            <a:r>
              <a:rPr lang="en-US" sz="14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</a:t>
            </a: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do a lot of thing from Data collection (Python, SQL, ), to Cleaning (Excel, Python, SQL) to Modeling, Dashboarding (excel Power BI), Predictive analytic s(Machine Learning , AI </a:t>
            </a:r>
            <a:r>
              <a:rPr lang="en-US" sz="140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Aanalytics</a:t>
            </a: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 and i really love it </a:t>
            </a:r>
          </a:p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F99EEF-6A16-48CF-904D-B859D99479CA}"/>
              </a:ext>
            </a:extLst>
          </p:cNvPr>
          <p:cNvSpPr/>
          <p:nvPr/>
        </p:nvSpPr>
        <p:spPr>
          <a:xfrm>
            <a:off x="597408" y="2499360"/>
            <a:ext cx="5327904" cy="371856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53E798D-ACFB-462C-9A7A-4B420B89CA8F}"/>
              </a:ext>
            </a:extLst>
          </p:cNvPr>
          <p:cNvSpPr/>
          <p:nvPr/>
        </p:nvSpPr>
        <p:spPr>
          <a:xfrm>
            <a:off x="6492215" y="2446143"/>
            <a:ext cx="5327904" cy="371856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326564-E564-4F4A-9C43-7D8DD48F5C9E}"/>
              </a:ext>
            </a:extLst>
          </p:cNvPr>
          <p:cNvSpPr txBox="1"/>
          <p:nvPr/>
        </p:nvSpPr>
        <p:spPr>
          <a:xfrm>
            <a:off x="2243328" y="2586061"/>
            <a:ext cx="24993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Skills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957B00-A015-4A07-8066-DF581A0EC2B5}"/>
              </a:ext>
            </a:extLst>
          </p:cNvPr>
          <p:cNvSpPr txBox="1"/>
          <p:nvPr/>
        </p:nvSpPr>
        <p:spPr>
          <a:xfrm>
            <a:off x="7603881" y="2586061"/>
            <a:ext cx="24993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Experience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FB074F-5A11-4971-BEB2-7A6BDA026471}"/>
              </a:ext>
            </a:extLst>
          </p:cNvPr>
          <p:cNvSpPr/>
          <p:nvPr/>
        </p:nvSpPr>
        <p:spPr>
          <a:xfrm>
            <a:off x="8095488" y="998532"/>
            <a:ext cx="3486912" cy="382206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Education : BSc </a:t>
            </a:r>
            <a:r>
              <a:rPr lang="en-US" dirty="0" err="1"/>
              <a:t>Enginnering</a:t>
            </a:r>
            <a:r>
              <a:rPr lang="en-US" dirty="0"/>
              <a:t> (CE)</a:t>
            </a:r>
          </a:p>
        </p:txBody>
      </p:sp>
    </p:spTree>
    <p:extLst>
      <p:ext uri="{BB962C8B-B14F-4D97-AF65-F5344CB8AC3E}">
        <p14:creationId xmlns:p14="http://schemas.microsoft.com/office/powerpoint/2010/main" val="4142914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9EFF667-58DC-46A8-85E2-75EDC32EAC93}"/>
              </a:ext>
            </a:extLst>
          </p:cNvPr>
          <p:cNvSpPr/>
          <p:nvPr/>
        </p:nvSpPr>
        <p:spPr>
          <a:xfrm>
            <a:off x="892683" y="670560"/>
            <a:ext cx="6412992" cy="6343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My Projects And Work Sample</a:t>
            </a:r>
          </a:p>
        </p:txBody>
      </p:sp>
    </p:spTree>
    <p:extLst>
      <p:ext uri="{BB962C8B-B14F-4D97-AF65-F5344CB8AC3E}">
        <p14:creationId xmlns:p14="http://schemas.microsoft.com/office/powerpoint/2010/main" val="2183014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F0E4E01-AEE9-4FB1-ACA5-E62EA177610E}"/>
              </a:ext>
            </a:extLst>
          </p:cNvPr>
          <p:cNvSpPr txBox="1"/>
          <p:nvPr/>
        </p:nvSpPr>
        <p:spPr>
          <a:xfrm>
            <a:off x="3048000" y="296733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Retail Customer Cohort Analysis</a:t>
            </a:r>
          </a:p>
          <a:p>
            <a:r>
              <a:rPr lang="en-US" dirty="0"/>
              <a:t>The project employs Power BI for retail cohort analysis, covering retention, </a:t>
            </a:r>
          </a:p>
          <a:p>
            <a:endParaRPr lang="en-US" dirty="0"/>
          </a:p>
          <a:p>
            <a:r>
              <a:rPr lang="en-US" dirty="0"/>
              <a:t>The customer profile is good </a:t>
            </a:r>
            <a:r>
              <a:rPr lang="en-US" dirty="0" err="1"/>
              <a:t>en</a:t>
            </a:r>
            <a:endParaRPr lang="en-US" dirty="0"/>
          </a:p>
        </p:txBody>
      </p:sp>
      <p:pic>
        <p:nvPicPr>
          <p:cNvPr id="1026" name="Picture 2" descr="Sree Vignesh">
            <a:extLst>
              <a:ext uri="{FF2B5EF4-FFF2-40B4-BE49-F238E27FC236}">
                <a16:creationId xmlns:a16="http://schemas.microsoft.com/office/drawing/2014/main" id="{75608183-B3AC-40B0-9484-6B971BAAFB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05000"/>
            <a:ext cx="12192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927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1107</TotalTime>
  <Words>332</Words>
  <Application>Microsoft Office PowerPoint</Application>
  <PresentationFormat>Widescreen</PresentationFormat>
  <Paragraphs>44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sourovtalukder69@gmail.com</dc:creator>
  <cp:lastModifiedBy>sourovtalukder69@gmail.com</cp:lastModifiedBy>
  <cp:revision>22</cp:revision>
  <dcterms:created xsi:type="dcterms:W3CDTF">2025-11-12T12:55:13Z</dcterms:created>
  <dcterms:modified xsi:type="dcterms:W3CDTF">2025-11-18T15:33:55Z</dcterms:modified>
</cp:coreProperties>
</file>