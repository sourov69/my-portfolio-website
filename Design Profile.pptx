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rovtalukder69@gmail.com" userId="cbc4c1c8925b0f38" providerId="LiveId" clId="{866442A1-97D0-4EFA-9AAC-56F7F34526AA}"/>
    <pc:docChg chg="undo custSel addSld modSld">
      <pc:chgData name="sourovtalukder69@gmail.com" userId="cbc4c1c8925b0f38" providerId="LiveId" clId="{866442A1-97D0-4EFA-9AAC-56F7F34526AA}" dt="2025-11-12T13:27:18.143" v="286" actId="1076"/>
      <pc:docMkLst>
        <pc:docMk/>
      </pc:docMkLst>
      <pc:sldChg chg="addSp delSp modSp new mod setBg">
        <pc:chgData name="sourovtalukder69@gmail.com" userId="cbc4c1c8925b0f38" providerId="LiveId" clId="{866442A1-97D0-4EFA-9AAC-56F7F34526AA}" dt="2025-11-12T13:27:18.143" v="286" actId="1076"/>
        <pc:sldMkLst>
          <pc:docMk/>
          <pc:sldMk cId="3798572397" sldId="256"/>
        </pc:sldMkLst>
        <pc:spChg chg="del">
          <ac:chgData name="sourovtalukder69@gmail.com" userId="cbc4c1c8925b0f38" providerId="LiveId" clId="{866442A1-97D0-4EFA-9AAC-56F7F34526AA}" dt="2025-11-12T12:55:24.008" v="1" actId="478"/>
          <ac:spMkLst>
            <pc:docMk/>
            <pc:sldMk cId="3798572397" sldId="256"/>
            <ac:spMk id="2" creationId="{CFEACD43-AAF8-4F2F-AD35-9CB8CB902CC0}"/>
          </ac:spMkLst>
        </pc:spChg>
        <pc:spChg chg="del">
          <ac:chgData name="sourovtalukder69@gmail.com" userId="cbc4c1c8925b0f38" providerId="LiveId" clId="{866442A1-97D0-4EFA-9AAC-56F7F34526AA}" dt="2025-11-12T12:55:27.266" v="2" actId="478"/>
          <ac:spMkLst>
            <pc:docMk/>
            <pc:sldMk cId="3798572397" sldId="256"/>
            <ac:spMk id="3" creationId="{889CD04D-6E8D-4B33-966B-CB236D2B311C}"/>
          </ac:spMkLst>
        </pc:spChg>
        <pc:spChg chg="add mod">
          <ac:chgData name="sourovtalukder69@gmail.com" userId="cbc4c1c8925b0f38" providerId="LiveId" clId="{866442A1-97D0-4EFA-9AAC-56F7F34526AA}" dt="2025-11-12T13:27:18.143" v="286" actId="1076"/>
          <ac:spMkLst>
            <pc:docMk/>
            <pc:sldMk cId="3798572397" sldId="256"/>
            <ac:spMk id="4" creationId="{F90CFDF3-478B-474F-8B41-A5867C2BC549}"/>
          </ac:spMkLst>
        </pc:spChg>
        <pc:spChg chg="add del mod">
          <ac:chgData name="sourovtalukder69@gmail.com" userId="cbc4c1c8925b0f38" providerId="LiveId" clId="{866442A1-97D0-4EFA-9AAC-56F7F34526AA}" dt="2025-11-12T13:22:37.060" v="239" actId="478"/>
          <ac:spMkLst>
            <pc:docMk/>
            <pc:sldMk cId="3798572397" sldId="256"/>
            <ac:spMk id="7" creationId="{4319623D-BCBD-4084-B4E5-7842B7FD3AED}"/>
          </ac:spMkLst>
        </pc:spChg>
        <pc:spChg chg="add mod">
          <ac:chgData name="sourovtalukder69@gmail.com" userId="cbc4c1c8925b0f38" providerId="LiveId" clId="{866442A1-97D0-4EFA-9AAC-56F7F34526AA}" dt="2025-11-12T13:27:18.143" v="286" actId="1076"/>
          <ac:spMkLst>
            <pc:docMk/>
            <pc:sldMk cId="3798572397" sldId="256"/>
            <ac:spMk id="8" creationId="{6B52DC3E-EFB8-4F6F-A9B1-8B6240286C86}"/>
          </ac:spMkLst>
        </pc:spChg>
        <pc:spChg chg="add del mod">
          <ac:chgData name="sourovtalukder69@gmail.com" userId="cbc4c1c8925b0f38" providerId="LiveId" clId="{866442A1-97D0-4EFA-9AAC-56F7F34526AA}" dt="2025-11-12T13:09:47.853" v="85"/>
          <ac:spMkLst>
            <pc:docMk/>
            <pc:sldMk cId="3798572397" sldId="256"/>
            <ac:spMk id="9" creationId="{61CD0C07-1B6A-4C73-B63A-2C5019D9EED3}"/>
          </ac:spMkLst>
        </pc:spChg>
        <pc:spChg chg="add del mod">
          <ac:chgData name="sourovtalukder69@gmail.com" userId="cbc4c1c8925b0f38" providerId="LiveId" clId="{866442A1-97D0-4EFA-9AAC-56F7F34526AA}" dt="2025-11-12T13:09:47.853" v="87"/>
          <ac:spMkLst>
            <pc:docMk/>
            <pc:sldMk cId="3798572397" sldId="256"/>
            <ac:spMk id="10" creationId="{241F0DA6-81F8-41AF-9D38-01F1D841387E}"/>
          </ac:spMkLst>
        </pc:spChg>
        <pc:spChg chg="add mod">
          <ac:chgData name="sourovtalukder69@gmail.com" userId="cbc4c1c8925b0f38" providerId="LiveId" clId="{866442A1-97D0-4EFA-9AAC-56F7F34526AA}" dt="2025-11-12T13:27:18.143" v="286" actId="1076"/>
          <ac:spMkLst>
            <pc:docMk/>
            <pc:sldMk cId="3798572397" sldId="256"/>
            <ac:spMk id="11" creationId="{2A0E3186-0D08-440F-A77C-30F4B9EC9034}"/>
          </ac:spMkLst>
        </pc:spChg>
        <pc:spChg chg="add mod">
          <ac:chgData name="sourovtalukder69@gmail.com" userId="cbc4c1c8925b0f38" providerId="LiveId" clId="{866442A1-97D0-4EFA-9AAC-56F7F34526AA}" dt="2025-11-12T13:27:18.143" v="286" actId="1076"/>
          <ac:spMkLst>
            <pc:docMk/>
            <pc:sldMk cId="3798572397" sldId="256"/>
            <ac:spMk id="12" creationId="{428B58AD-6B73-4A01-8E59-70D6AA3AEBF2}"/>
          </ac:spMkLst>
        </pc:spChg>
        <pc:spChg chg="add del mod">
          <ac:chgData name="sourovtalukder69@gmail.com" userId="cbc4c1c8925b0f38" providerId="LiveId" clId="{866442A1-97D0-4EFA-9AAC-56F7F34526AA}" dt="2025-11-12T13:25:28.031" v="283"/>
          <ac:spMkLst>
            <pc:docMk/>
            <pc:sldMk cId="3798572397" sldId="256"/>
            <ac:spMk id="15" creationId="{4D4CA9D4-471C-43C7-A9B5-888773167486}"/>
          </ac:spMkLst>
        </pc:spChg>
        <pc:spChg chg="add mod">
          <ac:chgData name="sourovtalukder69@gmail.com" userId="cbc4c1c8925b0f38" providerId="LiveId" clId="{866442A1-97D0-4EFA-9AAC-56F7F34526AA}" dt="2025-11-12T13:27:18.143" v="286" actId="1076"/>
          <ac:spMkLst>
            <pc:docMk/>
            <pc:sldMk cId="3798572397" sldId="256"/>
            <ac:spMk id="16" creationId="{886148B4-1223-494F-97FD-30DAABCBAE60}"/>
          </ac:spMkLst>
        </pc:spChg>
        <pc:picChg chg="add mod modCrop">
          <ac:chgData name="sourovtalukder69@gmail.com" userId="cbc4c1c8925b0f38" providerId="LiveId" clId="{866442A1-97D0-4EFA-9AAC-56F7F34526AA}" dt="2025-11-12T13:27:18.143" v="286" actId="1076"/>
          <ac:picMkLst>
            <pc:docMk/>
            <pc:sldMk cId="3798572397" sldId="256"/>
            <ac:picMk id="6" creationId="{A44B1828-D239-4E76-812C-2C50304EB4B6}"/>
          </ac:picMkLst>
        </pc:picChg>
        <pc:cxnChg chg="add mod">
          <ac:chgData name="sourovtalukder69@gmail.com" userId="cbc4c1c8925b0f38" providerId="LiveId" clId="{866442A1-97D0-4EFA-9AAC-56F7F34526AA}" dt="2025-11-12T13:27:18.143" v="286" actId="1076"/>
          <ac:cxnSpMkLst>
            <pc:docMk/>
            <pc:sldMk cId="3798572397" sldId="256"/>
            <ac:cxnSpMk id="14" creationId="{3D55CEB3-A522-41A9-91BD-ADF144B3374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4258-EF7B-44F4-A87B-B8B94F143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E07C9-C663-40EC-AF4D-91638DB50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1BBDC-BCCF-42FB-B3BB-9490C5DD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1102-D24E-4F62-8EB6-844CC008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7CAE8-8443-4681-87F1-4B3E70C7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16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909A-81F1-458C-A2C7-8A27897A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B5FB-0159-4F5B-B45B-979E06674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1038-DEEA-4893-897B-4E301695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AB17E-6719-4B55-BDFB-584B2CB4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8B6EB-7DCF-4BBB-A249-77852B53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8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66E5-9257-4856-8337-10D9D9D1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AD7A2-FF76-4FB8-A2E6-C6EF0E479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834BC-891A-44E9-9927-7610945AB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22EE4-8DEE-4ECC-BB6B-DA46AA83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DE8CF-1370-4E2A-A7E4-67E0670A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75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0660-75A0-4032-A0B8-A20D6AF2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D4EE0-4096-483A-8FE0-71BA117EF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50DC3-EFF1-4B04-BB64-D9E5A3432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F6D38-E5AC-45C0-B45F-4C61F7B45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1F7D-DA61-4334-8282-CDDF0F72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7828-6869-4626-BF28-DF95EA88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22C1-7344-40D6-A9AE-217BA7D8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D4E51-DAD5-4132-A0D6-98D425CB9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88FCD-4C39-4293-9136-DA914C4E9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1D37D-D2A7-4803-A944-21D82580A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5C22E-18E0-435A-B460-2834D2EF2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7F59BD-DE15-4EB5-AF45-439AF0D4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55BD9C-C1E4-44A3-A713-C5F15209C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195F8-1C2F-4E44-9127-1566A4A0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35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FD9A-6B39-439A-B043-46AA824C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C3AF4-6860-4B71-BBE7-85458B3A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20896-FC9F-49C4-A22B-83ADA5DE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EBAD1-0C68-4DD1-A999-BB545E8D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87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8F791-9161-459E-AAB9-42BA1E44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0B85C-0CF6-4A45-9CCC-603DC8FD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C4005-8281-410A-B8AC-0EF2BCE0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08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9EF0-D94A-4618-AE38-A762CE275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9C239-5A06-447A-8692-EF6C39080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D2DA5-A895-4877-A93F-7B1FC7B6D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EC3B7-2DD0-4D2E-8936-3FF1AFE7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D8610-8683-4F40-9C3F-1A26814A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81148-4432-42B9-B2CF-FBAFDF35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6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D666-1A5E-45E1-B230-DBEF4FC0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7E28D-BA15-47AB-BB79-DA54E47FF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68741-0F91-4B80-8C2F-3697DAC7B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E271F-AA7A-480C-BA1F-151339F4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5BC24-978F-4119-A569-6D217F73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E0580-DCC6-400C-8847-928D0474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47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32A9-9F99-452A-A702-0C8468B1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03EDA-312A-4D33-954A-174126250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48DB-863F-419A-9B3E-BE8562A31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821E5-5220-4A0C-9DCE-61EA7B4E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07B65-DD1E-4202-98EC-7BB17136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4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30BBDE-A437-42FB-93BE-81FEC573F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C3CA6-DED7-4D02-9DE8-D81C8B936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E2FCB-0C0E-4F01-8A73-6E44A277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8F38B-FB0C-40BB-BFA8-36879F9E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C411E-B5C0-4AFE-B069-DC660235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97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949F0-FAE6-43E6-B9DF-4EC937073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9C3AA-EB6A-4FCE-848A-40A07A618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F6D01-DF62-4280-B3D0-732AA1D86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EFF1C-F422-4886-B1EF-BF064B2B48E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5AD0F-B056-4F61-AEAD-06B2D62A3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E5E8-F22D-46AC-B529-B9FFBBEC7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9A08F-C33D-442F-8031-5B93042A7A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53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0CFDF3-478B-474F-8B41-A5867C2BC549}"/>
              </a:ext>
            </a:extLst>
          </p:cNvPr>
          <p:cNvSpPr/>
          <p:nvPr/>
        </p:nvSpPr>
        <p:spPr>
          <a:xfrm>
            <a:off x="671209" y="1391460"/>
            <a:ext cx="10539818" cy="37261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4B1828-D239-4E76-812C-2C50304EB4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931" b="12083"/>
          <a:stretch/>
        </p:blipFill>
        <p:spPr>
          <a:xfrm>
            <a:off x="7097599" y="990876"/>
            <a:ext cx="3504480" cy="3456819"/>
          </a:xfrm>
          <a:prstGeom prst="rect">
            <a:avLst/>
          </a:prstGeom>
        </p:spPr>
      </p:pic>
      <p:sp>
        <p:nvSpPr>
          <p:cNvPr id="8" name="Circle: Hollow 7">
            <a:extLst>
              <a:ext uri="{FF2B5EF4-FFF2-40B4-BE49-F238E27FC236}">
                <a16:creationId xmlns:a16="http://schemas.microsoft.com/office/drawing/2014/main" id="{6B52DC3E-EFB8-4F6F-A9B1-8B6240286C86}"/>
              </a:ext>
            </a:extLst>
          </p:cNvPr>
          <p:cNvSpPr/>
          <p:nvPr/>
        </p:nvSpPr>
        <p:spPr>
          <a:xfrm>
            <a:off x="6320952" y="126460"/>
            <a:ext cx="5057775" cy="4991101"/>
          </a:xfrm>
          <a:prstGeom prst="donut">
            <a:avLst>
              <a:gd name="adj" fmla="val 180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E3186-0D08-440F-A77C-30F4B9EC9034}"/>
              </a:ext>
            </a:extLst>
          </p:cNvPr>
          <p:cNvSpPr txBox="1"/>
          <p:nvPr/>
        </p:nvSpPr>
        <p:spPr>
          <a:xfrm>
            <a:off x="910551" y="1560021"/>
            <a:ext cx="4320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Data</a:t>
            </a:r>
            <a:r>
              <a:rPr lang="en-US" sz="3600" dirty="0">
                <a:solidFill>
                  <a:schemeClr val="bg1"/>
                </a:solidFill>
              </a:rPr>
              <a:t> Problem Solver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8B58AD-6B73-4A01-8E59-70D6AA3AEBF2}"/>
              </a:ext>
            </a:extLst>
          </p:cNvPr>
          <p:cNvSpPr txBox="1"/>
          <p:nvPr/>
        </p:nvSpPr>
        <p:spPr>
          <a:xfrm>
            <a:off x="1078251" y="2662284"/>
            <a:ext cx="57797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Data Processing ,Cleaning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Data Modeling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Data Analysis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Data  Science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55CEB3-A522-41A9-91BD-ADF144B33741}"/>
              </a:ext>
            </a:extLst>
          </p:cNvPr>
          <p:cNvCxnSpPr/>
          <p:nvPr/>
        </p:nvCxnSpPr>
        <p:spPr>
          <a:xfrm>
            <a:off x="988372" y="2206352"/>
            <a:ext cx="3894914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6148B4-1223-494F-97FD-30DAABCBAE60}"/>
              </a:ext>
            </a:extLst>
          </p:cNvPr>
          <p:cNvSpPr txBox="1"/>
          <p:nvPr/>
        </p:nvSpPr>
        <p:spPr>
          <a:xfrm>
            <a:off x="7337197" y="4186085"/>
            <a:ext cx="3504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  <a:latin typeface="Century" panose="02040604050505020304" pitchFamily="18" charset="0"/>
                <a:cs typeface="Aharoni" panose="02010803020104030203" pitchFamily="2" charset="-79"/>
              </a:rPr>
              <a:t>Sourov Talukder</a:t>
            </a:r>
          </a:p>
        </p:txBody>
      </p:sp>
    </p:spTree>
    <p:extLst>
      <p:ext uri="{BB962C8B-B14F-4D97-AF65-F5344CB8AC3E}">
        <p14:creationId xmlns:p14="http://schemas.microsoft.com/office/powerpoint/2010/main" val="3798572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sourovtalukder69@gmail.com</dc:creator>
  <cp:lastModifiedBy>sourovtalukder69@gmail.com</cp:lastModifiedBy>
  <cp:revision>4</cp:revision>
  <dcterms:created xsi:type="dcterms:W3CDTF">2025-11-12T12:55:13Z</dcterms:created>
  <dcterms:modified xsi:type="dcterms:W3CDTF">2025-11-12T16:08:37Z</dcterms:modified>
</cp:coreProperties>
</file>